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72" r:id="rId2"/>
    <p:sldId id="258" r:id="rId3"/>
    <p:sldId id="259" r:id="rId4"/>
    <p:sldId id="273" r:id="rId5"/>
    <p:sldId id="276" r:id="rId6"/>
    <p:sldId id="261" r:id="rId7"/>
    <p:sldId id="262" r:id="rId8"/>
    <p:sldId id="263" r:id="rId9"/>
    <p:sldId id="264" r:id="rId10"/>
    <p:sldId id="265" r:id="rId11"/>
    <p:sldId id="266" r:id="rId12"/>
    <p:sldId id="27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3F319B-3E1B-4BE1-8795-01BAA47022C3}" v="70" dt="2026-08-14T08:16:52.6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7" d="100"/>
          <a:sy n="87" d="100"/>
        </p:scale>
        <p:origin x="499"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AN RATHANALA" userId="7c9aa6e1067b4cf6" providerId="LiveId" clId="{59BCDDB0-13A4-4CE9-942F-7B2A14E577DC}"/>
    <pc:docChg chg="undo custSel addSld delSld modSld sldOrd">
      <pc:chgData name="CHARAN RATHANALA" userId="7c9aa6e1067b4cf6" providerId="LiveId" clId="{59BCDDB0-13A4-4CE9-942F-7B2A14E577DC}" dt="2026-08-14T08:35:12.556" v="815" actId="5793"/>
      <pc:docMkLst>
        <pc:docMk/>
      </pc:docMkLst>
      <pc:sldChg chg="addSp delSp modSp del mod">
        <pc:chgData name="CHARAN RATHANALA" userId="7c9aa6e1067b4cf6" providerId="LiveId" clId="{59BCDDB0-13A4-4CE9-942F-7B2A14E577DC}" dt="2026-08-13T08:15:20.655" v="435" actId="47"/>
        <pc:sldMkLst>
          <pc:docMk/>
          <pc:sldMk cId="0" sldId="256"/>
        </pc:sldMkLst>
        <pc:spChg chg="mod">
          <ac:chgData name="CHARAN RATHANALA" userId="7c9aa6e1067b4cf6" providerId="LiveId" clId="{59BCDDB0-13A4-4CE9-942F-7B2A14E577DC}" dt="2026-08-13T08:08:05.741" v="107" actId="207"/>
          <ac:spMkLst>
            <pc:docMk/>
            <pc:sldMk cId="0" sldId="256"/>
            <ac:spMk id="5" creationId="{00000000-0000-0000-0000-000000000000}"/>
          </ac:spMkLst>
        </pc:spChg>
        <pc:spChg chg="mod">
          <ac:chgData name="CHARAN RATHANALA" userId="7c9aa6e1067b4cf6" providerId="LiveId" clId="{59BCDDB0-13A4-4CE9-942F-7B2A14E577DC}" dt="2026-08-13T07:58:51.927" v="57" actId="1076"/>
          <ac:spMkLst>
            <pc:docMk/>
            <pc:sldMk cId="0" sldId="256"/>
            <ac:spMk id="6" creationId="{00000000-0000-0000-0000-000000000000}"/>
          </ac:spMkLst>
        </pc:spChg>
        <pc:spChg chg="add del mod">
          <ac:chgData name="CHARAN RATHANALA" userId="7c9aa6e1067b4cf6" providerId="LiveId" clId="{59BCDDB0-13A4-4CE9-942F-7B2A14E577DC}" dt="2026-08-13T07:58:35.827" v="55"/>
          <ac:spMkLst>
            <pc:docMk/>
            <pc:sldMk cId="0" sldId="256"/>
            <ac:spMk id="7" creationId="{CAC3D647-0493-0BD8-8F2C-5C709CF4C39D}"/>
          </ac:spMkLst>
        </pc:spChg>
      </pc:sldChg>
      <pc:sldChg chg="del">
        <pc:chgData name="CHARAN RATHANALA" userId="7c9aa6e1067b4cf6" providerId="LiveId" clId="{59BCDDB0-13A4-4CE9-942F-7B2A14E577DC}" dt="2026-08-13T08:15:23.219" v="436" actId="47"/>
        <pc:sldMkLst>
          <pc:docMk/>
          <pc:sldMk cId="0" sldId="257"/>
        </pc:sldMkLst>
      </pc:sldChg>
      <pc:sldChg chg="addSp delSp modSp mod">
        <pc:chgData name="CHARAN RATHANALA" userId="7c9aa6e1067b4cf6" providerId="LiveId" clId="{59BCDDB0-13A4-4CE9-942F-7B2A14E577DC}" dt="2026-08-14T02:55:11.607" v="676" actId="478"/>
        <pc:sldMkLst>
          <pc:docMk/>
          <pc:sldMk cId="0" sldId="258"/>
        </pc:sldMkLst>
        <pc:spChg chg="mod">
          <ac:chgData name="CHARAN RATHANALA" userId="7c9aa6e1067b4cf6" providerId="LiveId" clId="{59BCDDB0-13A4-4CE9-942F-7B2A14E577DC}" dt="2026-08-13T08:28:19.324" v="470" actId="1076"/>
          <ac:spMkLst>
            <pc:docMk/>
            <pc:sldMk cId="0" sldId="258"/>
            <ac:spMk id="3" creationId="{00000000-0000-0000-0000-000000000000}"/>
          </ac:spMkLst>
        </pc:spChg>
        <pc:spChg chg="mod">
          <ac:chgData name="CHARAN RATHANALA" userId="7c9aa6e1067b4cf6" providerId="LiveId" clId="{59BCDDB0-13A4-4CE9-942F-7B2A14E577DC}" dt="2026-08-13T08:16:00.175" v="458" actId="1076"/>
          <ac:spMkLst>
            <pc:docMk/>
            <pc:sldMk cId="0" sldId="258"/>
            <ac:spMk id="4" creationId="{00000000-0000-0000-0000-000000000000}"/>
          </ac:spMkLst>
        </pc:spChg>
        <pc:spChg chg="add del mod">
          <ac:chgData name="CHARAN RATHANALA" userId="7c9aa6e1067b4cf6" providerId="LiveId" clId="{59BCDDB0-13A4-4CE9-942F-7B2A14E577DC}" dt="2026-08-14T02:55:11.607" v="676" actId="478"/>
          <ac:spMkLst>
            <pc:docMk/>
            <pc:sldMk cId="0" sldId="258"/>
            <ac:spMk id="6" creationId="{00000000-0000-0000-0000-000000000000}"/>
          </ac:spMkLst>
        </pc:spChg>
        <pc:spChg chg="mod">
          <ac:chgData name="CHARAN RATHANALA" userId="7c9aa6e1067b4cf6" providerId="LiveId" clId="{59BCDDB0-13A4-4CE9-942F-7B2A14E577DC}" dt="2026-08-13T08:27:52.546" v="469" actId="20577"/>
          <ac:spMkLst>
            <pc:docMk/>
            <pc:sldMk cId="0" sldId="258"/>
            <ac:spMk id="7" creationId="{00000000-0000-0000-0000-000000000000}"/>
          </ac:spMkLst>
        </pc:spChg>
      </pc:sldChg>
      <pc:sldChg chg="modSp mod">
        <pc:chgData name="CHARAN RATHANALA" userId="7c9aa6e1067b4cf6" providerId="LiveId" clId="{59BCDDB0-13A4-4CE9-942F-7B2A14E577DC}" dt="2026-08-14T08:35:12.556" v="815" actId="5793"/>
        <pc:sldMkLst>
          <pc:docMk/>
          <pc:sldMk cId="0" sldId="259"/>
        </pc:sldMkLst>
        <pc:spChg chg="mod">
          <ac:chgData name="CHARAN RATHANALA" userId="7c9aa6e1067b4cf6" providerId="LiveId" clId="{59BCDDB0-13A4-4CE9-942F-7B2A14E577DC}" dt="2026-08-14T08:35:12.556" v="815" actId="5793"/>
          <ac:spMkLst>
            <pc:docMk/>
            <pc:sldMk cId="0" sldId="259"/>
            <ac:spMk id="4" creationId="{00000000-0000-0000-0000-000000000000}"/>
          </ac:spMkLst>
        </pc:spChg>
      </pc:sldChg>
      <pc:sldChg chg="del">
        <pc:chgData name="CHARAN RATHANALA" userId="7c9aa6e1067b4cf6" providerId="LiveId" clId="{59BCDDB0-13A4-4CE9-942F-7B2A14E577DC}" dt="2026-08-13T08:45:13.933" v="615" actId="47"/>
        <pc:sldMkLst>
          <pc:docMk/>
          <pc:sldMk cId="0" sldId="260"/>
        </pc:sldMkLst>
      </pc:sldChg>
      <pc:sldChg chg="addSp delSp modSp mod">
        <pc:chgData name="CHARAN RATHANALA" userId="7c9aa6e1067b4cf6" providerId="LiveId" clId="{59BCDDB0-13A4-4CE9-942F-7B2A14E577DC}" dt="2026-08-13T08:50:16.991" v="651" actId="1076"/>
        <pc:sldMkLst>
          <pc:docMk/>
          <pc:sldMk cId="0" sldId="261"/>
        </pc:sldMkLst>
        <pc:spChg chg="del">
          <ac:chgData name="CHARAN RATHANALA" userId="7c9aa6e1067b4cf6" providerId="LiveId" clId="{59BCDDB0-13A4-4CE9-942F-7B2A14E577DC}" dt="2026-08-13T08:50:03.985" v="646" actId="478"/>
          <ac:spMkLst>
            <pc:docMk/>
            <pc:sldMk cId="0" sldId="261"/>
            <ac:spMk id="4" creationId="{00000000-0000-0000-0000-000000000000}"/>
          </ac:spMkLst>
        </pc:spChg>
        <pc:spChg chg="del">
          <ac:chgData name="CHARAN RATHANALA" userId="7c9aa6e1067b4cf6" providerId="LiveId" clId="{59BCDDB0-13A4-4CE9-942F-7B2A14E577DC}" dt="2026-08-13T08:50:05.717" v="647" actId="478"/>
          <ac:spMkLst>
            <pc:docMk/>
            <pc:sldMk cId="0" sldId="261"/>
            <ac:spMk id="5" creationId="{00000000-0000-0000-0000-000000000000}"/>
          </ac:spMkLst>
        </pc:spChg>
        <pc:spChg chg="del">
          <ac:chgData name="CHARAN RATHANALA" userId="7c9aa6e1067b4cf6" providerId="LiveId" clId="{59BCDDB0-13A4-4CE9-942F-7B2A14E577DC}" dt="2026-08-13T08:49:53.605" v="644" actId="478"/>
          <ac:spMkLst>
            <pc:docMk/>
            <pc:sldMk cId="0" sldId="261"/>
            <ac:spMk id="6" creationId="{00000000-0000-0000-0000-000000000000}"/>
          </ac:spMkLst>
        </pc:spChg>
        <pc:spChg chg="del">
          <ac:chgData name="CHARAN RATHANALA" userId="7c9aa6e1067b4cf6" providerId="LiveId" clId="{59BCDDB0-13A4-4CE9-942F-7B2A14E577DC}" dt="2026-08-13T08:49:53.605" v="644" actId="478"/>
          <ac:spMkLst>
            <pc:docMk/>
            <pc:sldMk cId="0" sldId="261"/>
            <ac:spMk id="7" creationId="{00000000-0000-0000-0000-000000000000}"/>
          </ac:spMkLst>
        </pc:spChg>
        <pc:spChg chg="del">
          <ac:chgData name="CHARAN RATHANALA" userId="7c9aa6e1067b4cf6" providerId="LiveId" clId="{59BCDDB0-13A4-4CE9-942F-7B2A14E577DC}" dt="2026-08-13T08:49:53.605" v="644" actId="478"/>
          <ac:spMkLst>
            <pc:docMk/>
            <pc:sldMk cId="0" sldId="261"/>
            <ac:spMk id="8" creationId="{00000000-0000-0000-0000-000000000000}"/>
          </ac:spMkLst>
        </pc:spChg>
        <pc:spChg chg="del">
          <ac:chgData name="CHARAN RATHANALA" userId="7c9aa6e1067b4cf6" providerId="LiveId" clId="{59BCDDB0-13A4-4CE9-942F-7B2A14E577DC}" dt="2026-08-13T08:49:53.605" v="644" actId="478"/>
          <ac:spMkLst>
            <pc:docMk/>
            <pc:sldMk cId="0" sldId="261"/>
            <ac:spMk id="9" creationId="{00000000-0000-0000-0000-000000000000}"/>
          </ac:spMkLst>
        </pc:spChg>
        <pc:spChg chg="del">
          <ac:chgData name="CHARAN RATHANALA" userId="7c9aa6e1067b4cf6" providerId="LiveId" clId="{59BCDDB0-13A4-4CE9-942F-7B2A14E577DC}" dt="2026-08-13T08:49:53.605" v="644" actId="478"/>
          <ac:spMkLst>
            <pc:docMk/>
            <pc:sldMk cId="0" sldId="261"/>
            <ac:spMk id="10" creationId="{00000000-0000-0000-0000-000000000000}"/>
          </ac:spMkLst>
        </pc:spChg>
        <pc:spChg chg="del">
          <ac:chgData name="CHARAN RATHANALA" userId="7c9aa6e1067b4cf6" providerId="LiveId" clId="{59BCDDB0-13A4-4CE9-942F-7B2A14E577DC}" dt="2026-08-13T08:49:53.605" v="644" actId="478"/>
          <ac:spMkLst>
            <pc:docMk/>
            <pc:sldMk cId="0" sldId="261"/>
            <ac:spMk id="11" creationId="{00000000-0000-0000-0000-000000000000}"/>
          </ac:spMkLst>
        </pc:spChg>
        <pc:spChg chg="del">
          <ac:chgData name="CHARAN RATHANALA" userId="7c9aa6e1067b4cf6" providerId="LiveId" clId="{59BCDDB0-13A4-4CE9-942F-7B2A14E577DC}" dt="2026-08-13T08:50:02.498" v="645" actId="478"/>
          <ac:spMkLst>
            <pc:docMk/>
            <pc:sldMk cId="0" sldId="261"/>
            <ac:spMk id="12" creationId="{00000000-0000-0000-0000-000000000000}"/>
          </ac:spMkLst>
        </pc:spChg>
        <pc:spChg chg="del">
          <ac:chgData name="CHARAN RATHANALA" userId="7c9aa6e1067b4cf6" providerId="LiveId" clId="{59BCDDB0-13A4-4CE9-942F-7B2A14E577DC}" dt="2026-08-13T08:50:02.498" v="645" actId="478"/>
          <ac:spMkLst>
            <pc:docMk/>
            <pc:sldMk cId="0" sldId="261"/>
            <ac:spMk id="13" creationId="{00000000-0000-0000-0000-000000000000}"/>
          </ac:spMkLst>
        </pc:spChg>
        <pc:spChg chg="del">
          <ac:chgData name="CHARAN RATHANALA" userId="7c9aa6e1067b4cf6" providerId="LiveId" clId="{59BCDDB0-13A4-4CE9-942F-7B2A14E577DC}" dt="2026-08-13T08:50:02.498" v="645" actId="478"/>
          <ac:spMkLst>
            <pc:docMk/>
            <pc:sldMk cId="0" sldId="261"/>
            <ac:spMk id="14" creationId="{00000000-0000-0000-0000-000000000000}"/>
          </ac:spMkLst>
        </pc:spChg>
        <pc:spChg chg="del">
          <ac:chgData name="CHARAN RATHANALA" userId="7c9aa6e1067b4cf6" providerId="LiveId" clId="{59BCDDB0-13A4-4CE9-942F-7B2A14E577DC}" dt="2026-08-13T08:50:02.498" v="645" actId="478"/>
          <ac:spMkLst>
            <pc:docMk/>
            <pc:sldMk cId="0" sldId="261"/>
            <ac:spMk id="15" creationId="{00000000-0000-0000-0000-000000000000}"/>
          </ac:spMkLst>
        </pc:spChg>
        <pc:spChg chg="add del">
          <ac:chgData name="CHARAN RATHANALA" userId="7c9aa6e1067b4cf6" providerId="LiveId" clId="{59BCDDB0-13A4-4CE9-942F-7B2A14E577DC}" dt="2026-08-13T08:41:02.389" v="542" actId="22"/>
          <ac:spMkLst>
            <pc:docMk/>
            <pc:sldMk cId="0" sldId="261"/>
            <ac:spMk id="18" creationId="{98F50E74-B036-3E8F-0E0D-4799A069134A}"/>
          </ac:spMkLst>
        </pc:spChg>
        <pc:spChg chg="add mod">
          <ac:chgData name="CHARAN RATHANALA" userId="7c9aa6e1067b4cf6" providerId="LiveId" clId="{59BCDDB0-13A4-4CE9-942F-7B2A14E577DC}" dt="2026-08-13T08:50:16.991" v="651" actId="1076"/>
          <ac:spMkLst>
            <pc:docMk/>
            <pc:sldMk cId="0" sldId="261"/>
            <ac:spMk id="20" creationId="{ABD9043A-27AA-9351-B494-F4FE5BFFD100}"/>
          </ac:spMkLst>
        </pc:spChg>
      </pc:sldChg>
      <pc:sldChg chg="addSp delSp modSp del mod">
        <pc:chgData name="CHARAN RATHANALA" userId="7c9aa6e1067b4cf6" providerId="LiveId" clId="{59BCDDB0-13A4-4CE9-942F-7B2A14E577DC}" dt="2026-08-13T08:53:24.183" v="671" actId="47"/>
        <pc:sldMkLst>
          <pc:docMk/>
          <pc:sldMk cId="0" sldId="267"/>
        </pc:sldMkLst>
        <pc:spChg chg="mod">
          <ac:chgData name="CHARAN RATHANALA" userId="7c9aa6e1067b4cf6" providerId="LiveId" clId="{59BCDDB0-13A4-4CE9-942F-7B2A14E577DC}" dt="2026-08-13T08:29:12.740" v="474" actId="208"/>
          <ac:spMkLst>
            <pc:docMk/>
            <pc:sldMk cId="0" sldId="267"/>
            <ac:spMk id="3" creationId="{00000000-0000-0000-0000-000000000000}"/>
          </ac:spMkLst>
        </pc:spChg>
        <pc:spChg chg="add del mod">
          <ac:chgData name="CHARAN RATHANALA" userId="7c9aa6e1067b4cf6" providerId="LiveId" clId="{59BCDDB0-13A4-4CE9-942F-7B2A14E577DC}" dt="2026-08-13T08:29:04.344" v="473"/>
          <ac:spMkLst>
            <pc:docMk/>
            <pc:sldMk cId="0" sldId="267"/>
            <ac:spMk id="5" creationId="{FA0CB5D1-36E7-DE5A-F4DA-AC8E48D0EE10}"/>
          </ac:spMkLst>
        </pc:spChg>
      </pc:sldChg>
      <pc:sldChg chg="del">
        <pc:chgData name="CHARAN RATHANALA" userId="7c9aa6e1067b4cf6" providerId="LiveId" clId="{59BCDDB0-13A4-4CE9-942F-7B2A14E577DC}" dt="2026-08-14T03:32:55.708" v="795" actId="47"/>
        <pc:sldMkLst>
          <pc:docMk/>
          <pc:sldMk cId="0" sldId="268"/>
        </pc:sldMkLst>
      </pc:sldChg>
      <pc:sldChg chg="modSp del mod">
        <pc:chgData name="CHARAN RATHANALA" userId="7c9aa6e1067b4cf6" providerId="LiveId" clId="{59BCDDB0-13A4-4CE9-942F-7B2A14E577DC}" dt="2026-08-13T08:53:55.947" v="675" actId="47"/>
        <pc:sldMkLst>
          <pc:docMk/>
          <pc:sldMk cId="0" sldId="269"/>
        </pc:sldMkLst>
        <pc:spChg chg="mod">
          <ac:chgData name="CHARAN RATHANALA" userId="7c9aa6e1067b4cf6" providerId="LiveId" clId="{59BCDDB0-13A4-4CE9-942F-7B2A14E577DC}" dt="2026-08-13T08:29:25.887" v="475" actId="20577"/>
          <ac:spMkLst>
            <pc:docMk/>
            <pc:sldMk cId="0" sldId="269"/>
            <ac:spMk id="2" creationId="{00000000-0000-0000-0000-000000000000}"/>
          </ac:spMkLst>
        </pc:spChg>
      </pc:sldChg>
      <pc:sldChg chg="new del">
        <pc:chgData name="CHARAN RATHANALA" userId="7c9aa6e1067b4cf6" providerId="LiveId" clId="{59BCDDB0-13A4-4CE9-942F-7B2A14E577DC}" dt="2026-08-13T07:54:35.443" v="21" actId="47"/>
        <pc:sldMkLst>
          <pc:docMk/>
          <pc:sldMk cId="3419806356" sldId="270"/>
        </pc:sldMkLst>
      </pc:sldChg>
      <pc:sldChg chg="addSp modSp new del mod">
        <pc:chgData name="CHARAN RATHANALA" userId="7c9aa6e1067b4cf6" providerId="LiveId" clId="{59BCDDB0-13A4-4CE9-942F-7B2A14E577DC}" dt="2026-08-13T08:45:10.368" v="614" actId="47"/>
        <pc:sldMkLst>
          <pc:docMk/>
          <pc:sldMk cId="1054783041" sldId="271"/>
        </pc:sldMkLst>
        <pc:spChg chg="add mod">
          <ac:chgData name="CHARAN RATHANALA" userId="7c9aa6e1067b4cf6" providerId="LiveId" clId="{59BCDDB0-13A4-4CE9-942F-7B2A14E577DC}" dt="2026-08-13T07:55:15.492" v="29" actId="207"/>
          <ac:spMkLst>
            <pc:docMk/>
            <pc:sldMk cId="1054783041" sldId="271"/>
            <ac:spMk id="3" creationId="{5BF3A697-5371-118F-6546-7199513AC349}"/>
          </ac:spMkLst>
        </pc:spChg>
        <pc:spChg chg="add mod">
          <ac:chgData name="CHARAN RATHANALA" userId="7c9aa6e1067b4cf6" providerId="LiveId" clId="{59BCDDB0-13A4-4CE9-942F-7B2A14E577DC}" dt="2026-08-13T07:58:25.057" v="52" actId="1076"/>
          <ac:spMkLst>
            <pc:docMk/>
            <pc:sldMk cId="1054783041" sldId="271"/>
            <ac:spMk id="14" creationId="{BA6CDF4B-9276-F5AB-9B22-5C6A9B906A87}"/>
          </ac:spMkLst>
        </pc:spChg>
        <pc:spChg chg="add mod">
          <ac:chgData name="CHARAN RATHANALA" userId="7c9aa6e1067b4cf6" providerId="LiveId" clId="{59BCDDB0-13A4-4CE9-942F-7B2A14E577DC}" dt="2026-08-13T07:57:02.121" v="43" actId="1076"/>
          <ac:spMkLst>
            <pc:docMk/>
            <pc:sldMk cId="1054783041" sldId="271"/>
            <ac:spMk id="18" creationId="{F384CA0E-A398-9A58-1579-14E022BD0C31}"/>
          </ac:spMkLst>
        </pc:spChg>
        <pc:spChg chg="add mod">
          <ac:chgData name="CHARAN RATHANALA" userId="7c9aa6e1067b4cf6" providerId="LiveId" clId="{59BCDDB0-13A4-4CE9-942F-7B2A14E577DC}" dt="2026-08-13T07:58:20.849" v="51" actId="14100"/>
          <ac:spMkLst>
            <pc:docMk/>
            <pc:sldMk cId="1054783041" sldId="271"/>
            <ac:spMk id="22" creationId="{4C61727C-D915-39D2-4F34-2E3F5239ED9B}"/>
          </ac:spMkLst>
        </pc:spChg>
        <pc:graphicFrameChg chg="add mod">
          <ac:chgData name="CHARAN RATHANALA" userId="7c9aa6e1067b4cf6" providerId="LiveId" clId="{59BCDDB0-13A4-4CE9-942F-7B2A14E577DC}" dt="2026-08-13T07:55:12.240" v="26"/>
          <ac:graphicFrameMkLst>
            <pc:docMk/>
            <pc:sldMk cId="1054783041" sldId="271"/>
            <ac:graphicFrameMk id="4" creationId="{326A6944-A39D-E458-1732-BE2FBC733366}"/>
          </ac:graphicFrameMkLst>
        </pc:graphicFrameChg>
        <pc:graphicFrameChg chg="add mod">
          <ac:chgData name="CHARAN RATHANALA" userId="7c9aa6e1067b4cf6" providerId="LiveId" clId="{59BCDDB0-13A4-4CE9-942F-7B2A14E577DC}" dt="2026-08-13T07:55:12.240" v="26"/>
          <ac:graphicFrameMkLst>
            <pc:docMk/>
            <pc:sldMk cId="1054783041" sldId="271"/>
            <ac:graphicFrameMk id="5" creationId="{6842D289-555E-B8EB-A57C-E41AA69EC663}"/>
          </ac:graphicFrameMkLst>
        </pc:graphicFrameChg>
        <pc:graphicFrameChg chg="add mod">
          <ac:chgData name="CHARAN RATHANALA" userId="7c9aa6e1067b4cf6" providerId="LiveId" clId="{59BCDDB0-13A4-4CE9-942F-7B2A14E577DC}" dt="2026-08-13T07:55:12.240" v="26"/>
          <ac:graphicFrameMkLst>
            <pc:docMk/>
            <pc:sldMk cId="1054783041" sldId="271"/>
            <ac:graphicFrameMk id="6" creationId="{3F12FA66-58DF-6BF0-F2E7-6BE6681726E3}"/>
          </ac:graphicFrameMkLst>
        </pc:graphicFrameChg>
        <pc:graphicFrameChg chg="add mod">
          <ac:chgData name="CHARAN RATHANALA" userId="7c9aa6e1067b4cf6" providerId="LiveId" clId="{59BCDDB0-13A4-4CE9-942F-7B2A14E577DC}" dt="2026-08-13T07:55:20.445" v="30"/>
          <ac:graphicFrameMkLst>
            <pc:docMk/>
            <pc:sldMk cId="1054783041" sldId="271"/>
            <ac:graphicFrameMk id="7" creationId="{44339C50-D738-AF63-A303-673A05AD5678}"/>
          </ac:graphicFrameMkLst>
        </pc:graphicFrameChg>
        <pc:graphicFrameChg chg="add mod">
          <ac:chgData name="CHARAN RATHANALA" userId="7c9aa6e1067b4cf6" providerId="LiveId" clId="{59BCDDB0-13A4-4CE9-942F-7B2A14E577DC}" dt="2026-08-13T07:55:20.445" v="30"/>
          <ac:graphicFrameMkLst>
            <pc:docMk/>
            <pc:sldMk cId="1054783041" sldId="271"/>
            <ac:graphicFrameMk id="8" creationId="{D6D4FAC0-112A-6EC3-C6A6-44C161A69E8A}"/>
          </ac:graphicFrameMkLst>
        </pc:graphicFrameChg>
        <pc:graphicFrameChg chg="add mod">
          <ac:chgData name="CHARAN RATHANALA" userId="7c9aa6e1067b4cf6" providerId="LiveId" clId="{59BCDDB0-13A4-4CE9-942F-7B2A14E577DC}" dt="2026-08-13T07:55:20.445" v="30"/>
          <ac:graphicFrameMkLst>
            <pc:docMk/>
            <pc:sldMk cId="1054783041" sldId="271"/>
            <ac:graphicFrameMk id="9" creationId="{E2C5B1C4-2629-D9C3-7914-E10267FFCFCD}"/>
          </ac:graphicFrameMkLst>
        </pc:graphicFrameChg>
        <pc:graphicFrameChg chg="add mod">
          <ac:chgData name="CHARAN RATHANALA" userId="7c9aa6e1067b4cf6" providerId="LiveId" clId="{59BCDDB0-13A4-4CE9-942F-7B2A14E577DC}" dt="2026-08-13T07:55:27.652" v="31"/>
          <ac:graphicFrameMkLst>
            <pc:docMk/>
            <pc:sldMk cId="1054783041" sldId="271"/>
            <ac:graphicFrameMk id="10" creationId="{4EE0450D-FEDC-772D-4597-1D20EFF4783C}"/>
          </ac:graphicFrameMkLst>
        </pc:graphicFrameChg>
        <pc:graphicFrameChg chg="add mod">
          <ac:chgData name="CHARAN RATHANALA" userId="7c9aa6e1067b4cf6" providerId="LiveId" clId="{59BCDDB0-13A4-4CE9-942F-7B2A14E577DC}" dt="2026-08-13T07:55:27.652" v="31"/>
          <ac:graphicFrameMkLst>
            <pc:docMk/>
            <pc:sldMk cId="1054783041" sldId="271"/>
            <ac:graphicFrameMk id="11" creationId="{7F3C98BD-5525-4F95-356E-A67D717DDD15}"/>
          </ac:graphicFrameMkLst>
        </pc:graphicFrameChg>
        <pc:graphicFrameChg chg="add mod">
          <ac:chgData name="CHARAN RATHANALA" userId="7c9aa6e1067b4cf6" providerId="LiveId" clId="{59BCDDB0-13A4-4CE9-942F-7B2A14E577DC}" dt="2026-08-13T07:56:05.394" v="33" actId="1076"/>
          <ac:graphicFrameMkLst>
            <pc:docMk/>
            <pc:sldMk cId="1054783041" sldId="271"/>
            <ac:graphicFrameMk id="12" creationId="{E1A932F8-C278-ECC9-DE87-F78E6325DF75}"/>
          </ac:graphicFrameMkLst>
        </pc:graphicFrameChg>
        <pc:graphicFrameChg chg="add mod">
          <ac:chgData name="CHARAN RATHANALA" userId="7c9aa6e1067b4cf6" providerId="LiveId" clId="{59BCDDB0-13A4-4CE9-942F-7B2A14E577DC}" dt="2026-08-13T07:56:35.433" v="39"/>
          <ac:graphicFrameMkLst>
            <pc:docMk/>
            <pc:sldMk cId="1054783041" sldId="271"/>
            <ac:graphicFrameMk id="15" creationId="{CF8C7F35-9FBE-7014-F90D-E2A90B59805E}"/>
          </ac:graphicFrameMkLst>
        </pc:graphicFrameChg>
        <pc:graphicFrameChg chg="add mod">
          <ac:chgData name="CHARAN RATHANALA" userId="7c9aa6e1067b4cf6" providerId="LiveId" clId="{59BCDDB0-13A4-4CE9-942F-7B2A14E577DC}" dt="2026-08-13T07:56:39.949" v="40" actId="1076"/>
          <ac:graphicFrameMkLst>
            <pc:docMk/>
            <pc:sldMk cId="1054783041" sldId="271"/>
            <ac:graphicFrameMk id="16" creationId="{6A275CA2-62C8-F2F0-CED7-2B4072872721}"/>
          </ac:graphicFrameMkLst>
        </pc:graphicFrameChg>
        <pc:graphicFrameChg chg="add mod">
          <ac:chgData name="CHARAN RATHANALA" userId="7c9aa6e1067b4cf6" providerId="LiveId" clId="{59BCDDB0-13A4-4CE9-942F-7B2A14E577DC}" dt="2026-08-13T07:57:07.150" v="44"/>
          <ac:graphicFrameMkLst>
            <pc:docMk/>
            <pc:sldMk cId="1054783041" sldId="271"/>
            <ac:graphicFrameMk id="19" creationId="{1577205B-A08E-ED9F-8A11-E79F8903B392}"/>
          </ac:graphicFrameMkLst>
        </pc:graphicFrameChg>
        <pc:graphicFrameChg chg="add mod modGraphic">
          <ac:chgData name="CHARAN RATHANALA" userId="7c9aa6e1067b4cf6" providerId="LiveId" clId="{59BCDDB0-13A4-4CE9-942F-7B2A14E577DC}" dt="2026-08-13T07:57:19.268" v="47" actId="1076"/>
          <ac:graphicFrameMkLst>
            <pc:docMk/>
            <pc:sldMk cId="1054783041" sldId="271"/>
            <ac:graphicFrameMk id="20" creationId="{28F16133-1F05-BACA-C40C-49B3FBB90489}"/>
          </ac:graphicFrameMkLst>
        </pc:graphicFrameChg>
      </pc:sldChg>
      <pc:sldChg chg="addSp delSp modSp new mod ord">
        <pc:chgData name="CHARAN RATHANALA" userId="7c9aa6e1067b4cf6" providerId="LiveId" clId="{59BCDDB0-13A4-4CE9-942F-7B2A14E577DC}" dt="2026-08-13T08:15:18.444" v="434" actId="1076"/>
        <pc:sldMkLst>
          <pc:docMk/>
          <pc:sldMk cId="2954843191" sldId="272"/>
        </pc:sldMkLst>
        <pc:spChg chg="add del mod">
          <ac:chgData name="CHARAN RATHANALA" userId="7c9aa6e1067b4cf6" providerId="LiveId" clId="{59BCDDB0-13A4-4CE9-942F-7B2A14E577DC}" dt="2026-08-13T08:07:32.763" v="100" actId="22"/>
          <ac:spMkLst>
            <pc:docMk/>
            <pc:sldMk cId="2954843191" sldId="272"/>
            <ac:spMk id="5" creationId="{081360FE-E0B9-9376-555F-BFFA3EEEF229}"/>
          </ac:spMkLst>
        </pc:spChg>
        <pc:spChg chg="add mod">
          <ac:chgData name="CHARAN RATHANALA" userId="7c9aa6e1067b4cf6" providerId="LiveId" clId="{59BCDDB0-13A4-4CE9-942F-7B2A14E577DC}" dt="2026-08-13T08:15:18.444" v="434" actId="1076"/>
          <ac:spMkLst>
            <pc:docMk/>
            <pc:sldMk cId="2954843191" sldId="272"/>
            <ac:spMk id="7" creationId="{D9DF20A4-C87C-E947-F48A-0E1E5CEAB810}"/>
          </ac:spMkLst>
        </pc:spChg>
        <pc:spChg chg="add del mod">
          <ac:chgData name="CHARAN RATHANALA" userId="7c9aa6e1067b4cf6" providerId="LiveId" clId="{59BCDDB0-13A4-4CE9-942F-7B2A14E577DC}" dt="2026-08-13T08:10:17.466" v="132" actId="478"/>
          <ac:spMkLst>
            <pc:docMk/>
            <pc:sldMk cId="2954843191" sldId="272"/>
            <ac:spMk id="9" creationId="{6435F119-A71A-9E8A-AF15-677BE35006F8}"/>
          </ac:spMkLst>
        </pc:spChg>
        <pc:spChg chg="add mod">
          <ac:chgData name="CHARAN RATHANALA" userId="7c9aa6e1067b4cf6" providerId="LiveId" clId="{59BCDDB0-13A4-4CE9-942F-7B2A14E577DC}" dt="2026-08-13T08:10:53.786" v="138" actId="207"/>
          <ac:spMkLst>
            <pc:docMk/>
            <pc:sldMk cId="2954843191" sldId="272"/>
            <ac:spMk id="11" creationId="{646A6017-AEE1-4B74-0C39-BC7667FBDC2B}"/>
          </ac:spMkLst>
        </pc:spChg>
        <pc:spChg chg="add mod">
          <ac:chgData name="CHARAN RATHANALA" userId="7c9aa6e1067b4cf6" providerId="LiveId" clId="{59BCDDB0-13A4-4CE9-942F-7B2A14E577DC}" dt="2026-08-13T08:12:34.491" v="185" actId="122"/>
          <ac:spMkLst>
            <pc:docMk/>
            <pc:sldMk cId="2954843191" sldId="272"/>
            <ac:spMk id="13" creationId="{78BF4EE7-5038-E25C-5011-5A11CF350744}"/>
          </ac:spMkLst>
        </pc:spChg>
        <pc:picChg chg="add mod">
          <ac:chgData name="CHARAN RATHANALA" userId="7c9aa6e1067b4cf6" providerId="LiveId" clId="{59BCDDB0-13A4-4CE9-942F-7B2A14E577DC}" dt="2026-08-13T08:06:50.937" v="95" actId="1076"/>
          <ac:picMkLst>
            <pc:docMk/>
            <pc:sldMk cId="2954843191" sldId="272"/>
            <ac:picMk id="2" creationId="{99C3FF9F-F1CD-64A8-1511-C36988AA3BBB}"/>
          </ac:picMkLst>
        </pc:picChg>
        <pc:picChg chg="add mod">
          <ac:chgData name="CHARAN RATHANALA" userId="7c9aa6e1067b4cf6" providerId="LiveId" clId="{59BCDDB0-13A4-4CE9-942F-7B2A14E577DC}" dt="2026-08-13T08:07:32.945" v="101" actId="1076"/>
          <ac:picMkLst>
            <pc:docMk/>
            <pc:sldMk cId="2954843191" sldId="272"/>
            <ac:picMk id="3" creationId="{E0A33214-51B9-3FA5-DC17-85B5DDB277A6}"/>
          </ac:picMkLst>
        </pc:picChg>
      </pc:sldChg>
      <pc:sldChg chg="addSp delSp modSp new mod">
        <pc:chgData name="CHARAN RATHANALA" userId="7c9aa6e1067b4cf6" providerId="LiveId" clId="{59BCDDB0-13A4-4CE9-942F-7B2A14E577DC}" dt="2026-08-14T03:34:04.674" v="797"/>
        <pc:sldMkLst>
          <pc:docMk/>
          <pc:sldMk cId="888099362" sldId="273"/>
        </pc:sldMkLst>
        <pc:spChg chg="add mod">
          <ac:chgData name="CHARAN RATHANALA" userId="7c9aa6e1067b4cf6" providerId="LiveId" clId="{59BCDDB0-13A4-4CE9-942F-7B2A14E577DC}" dt="2026-08-13T08:43:05.491" v="552" actId="1076"/>
          <ac:spMkLst>
            <pc:docMk/>
            <pc:sldMk cId="888099362" sldId="273"/>
            <ac:spMk id="4" creationId="{569EEDD0-D5D3-B6AA-86A9-F7BD76087B1A}"/>
          </ac:spMkLst>
        </pc:spChg>
        <pc:spChg chg="add mod">
          <ac:chgData name="CHARAN RATHANALA" userId="7c9aa6e1067b4cf6" providerId="LiveId" clId="{59BCDDB0-13A4-4CE9-942F-7B2A14E577DC}" dt="2026-08-13T08:43:08.897" v="553" actId="1076"/>
          <ac:spMkLst>
            <pc:docMk/>
            <pc:sldMk cId="888099362" sldId="273"/>
            <ac:spMk id="6" creationId="{5FC09E92-C053-5ABB-BD87-FBA0723AAC5B}"/>
          </ac:spMkLst>
        </pc:spChg>
        <pc:graphicFrameChg chg="add del mod modGraphic">
          <ac:chgData name="CHARAN RATHANALA" userId="7c9aa6e1067b4cf6" providerId="LiveId" clId="{59BCDDB0-13A4-4CE9-942F-7B2A14E577DC}" dt="2026-08-14T03:27:09.825" v="766" actId="478"/>
          <ac:graphicFrameMkLst>
            <pc:docMk/>
            <pc:sldMk cId="888099362" sldId="273"/>
            <ac:graphicFrameMk id="2" creationId="{E02D0532-42E7-4C2A-874A-CFAE062D0547}"/>
          </ac:graphicFrameMkLst>
        </pc:graphicFrameChg>
        <pc:graphicFrameChg chg="add mod">
          <ac:chgData name="CHARAN RATHANALA" userId="7c9aa6e1067b4cf6" providerId="LiveId" clId="{59BCDDB0-13A4-4CE9-942F-7B2A14E577DC}" dt="2026-08-14T03:25:16.011" v="746"/>
          <ac:graphicFrameMkLst>
            <pc:docMk/>
            <pc:sldMk cId="888099362" sldId="273"/>
            <ac:graphicFrameMk id="3" creationId="{2FE8367E-5E3E-1235-8C3E-49D78066D2D9}"/>
          </ac:graphicFrameMkLst>
        </pc:graphicFrameChg>
        <pc:graphicFrameChg chg="add mod">
          <ac:chgData name="CHARAN RATHANALA" userId="7c9aa6e1067b4cf6" providerId="LiveId" clId="{59BCDDB0-13A4-4CE9-942F-7B2A14E577DC}" dt="2026-08-14T03:25:16.011" v="746"/>
          <ac:graphicFrameMkLst>
            <pc:docMk/>
            <pc:sldMk cId="888099362" sldId="273"/>
            <ac:graphicFrameMk id="5" creationId="{158A21B9-5625-1D0C-D480-7F3994BA7665}"/>
          </ac:graphicFrameMkLst>
        </pc:graphicFrameChg>
        <pc:graphicFrameChg chg="add mod">
          <ac:chgData name="CHARAN RATHANALA" userId="7c9aa6e1067b4cf6" providerId="LiveId" clId="{59BCDDB0-13A4-4CE9-942F-7B2A14E577DC}" dt="2026-08-14T03:25:16.011" v="746"/>
          <ac:graphicFrameMkLst>
            <pc:docMk/>
            <pc:sldMk cId="888099362" sldId="273"/>
            <ac:graphicFrameMk id="7" creationId="{0AD597B4-D1B5-B4F4-21B4-0C3EAC168FFC}"/>
          </ac:graphicFrameMkLst>
        </pc:graphicFrameChg>
        <pc:graphicFrameChg chg="add mod">
          <ac:chgData name="CHARAN RATHANALA" userId="7c9aa6e1067b4cf6" providerId="LiveId" clId="{59BCDDB0-13A4-4CE9-942F-7B2A14E577DC}" dt="2026-08-14T03:25:16.011" v="746"/>
          <ac:graphicFrameMkLst>
            <pc:docMk/>
            <pc:sldMk cId="888099362" sldId="273"/>
            <ac:graphicFrameMk id="8" creationId="{24FE0700-A51B-6BA7-590B-2C641C8C9003}"/>
          </ac:graphicFrameMkLst>
        </pc:graphicFrameChg>
        <pc:graphicFrameChg chg="add mod">
          <ac:chgData name="CHARAN RATHANALA" userId="7c9aa6e1067b4cf6" providerId="LiveId" clId="{59BCDDB0-13A4-4CE9-942F-7B2A14E577DC}" dt="2026-08-14T03:25:16.011" v="746"/>
          <ac:graphicFrameMkLst>
            <pc:docMk/>
            <pc:sldMk cId="888099362" sldId="273"/>
            <ac:graphicFrameMk id="9" creationId="{5714D504-47F8-1DD3-5352-5A31E3A80071}"/>
          </ac:graphicFrameMkLst>
        </pc:graphicFrameChg>
        <pc:graphicFrameChg chg="add mod">
          <ac:chgData name="CHARAN RATHANALA" userId="7c9aa6e1067b4cf6" providerId="LiveId" clId="{59BCDDB0-13A4-4CE9-942F-7B2A14E577DC}" dt="2026-08-14T03:25:16.011" v="746"/>
          <ac:graphicFrameMkLst>
            <pc:docMk/>
            <pc:sldMk cId="888099362" sldId="273"/>
            <ac:graphicFrameMk id="10" creationId="{A9D28B72-D596-00FD-08BB-801436411303}"/>
          </ac:graphicFrameMkLst>
        </pc:graphicFrameChg>
        <pc:graphicFrameChg chg="add mod">
          <ac:chgData name="CHARAN RATHANALA" userId="7c9aa6e1067b4cf6" providerId="LiveId" clId="{59BCDDB0-13A4-4CE9-942F-7B2A14E577DC}" dt="2026-08-14T03:25:23.083" v="749"/>
          <ac:graphicFrameMkLst>
            <pc:docMk/>
            <pc:sldMk cId="888099362" sldId="273"/>
            <ac:graphicFrameMk id="11" creationId="{792C6143-DFA6-AC4C-BA60-E41B4B638C18}"/>
          </ac:graphicFrameMkLst>
        </pc:graphicFrameChg>
        <pc:graphicFrameChg chg="add mod">
          <ac:chgData name="CHARAN RATHANALA" userId="7c9aa6e1067b4cf6" providerId="LiveId" clId="{59BCDDB0-13A4-4CE9-942F-7B2A14E577DC}" dt="2026-08-14T03:25:23.083" v="749"/>
          <ac:graphicFrameMkLst>
            <pc:docMk/>
            <pc:sldMk cId="888099362" sldId="273"/>
            <ac:graphicFrameMk id="12" creationId="{AAB401FA-DDCF-F596-3A0F-54A05B40335C}"/>
          </ac:graphicFrameMkLst>
        </pc:graphicFrameChg>
        <pc:graphicFrameChg chg="add mod">
          <ac:chgData name="CHARAN RATHANALA" userId="7c9aa6e1067b4cf6" providerId="LiveId" clId="{59BCDDB0-13A4-4CE9-942F-7B2A14E577DC}" dt="2026-08-14T03:25:23.083" v="749"/>
          <ac:graphicFrameMkLst>
            <pc:docMk/>
            <pc:sldMk cId="888099362" sldId="273"/>
            <ac:graphicFrameMk id="13" creationId="{2DE1D7B0-2F80-6876-B847-A2D04B64135A}"/>
          </ac:graphicFrameMkLst>
        </pc:graphicFrameChg>
        <pc:graphicFrameChg chg="add mod">
          <ac:chgData name="CHARAN RATHANALA" userId="7c9aa6e1067b4cf6" providerId="LiveId" clId="{59BCDDB0-13A4-4CE9-942F-7B2A14E577DC}" dt="2026-08-14T03:25:23.083" v="749"/>
          <ac:graphicFrameMkLst>
            <pc:docMk/>
            <pc:sldMk cId="888099362" sldId="273"/>
            <ac:graphicFrameMk id="14" creationId="{58BA3BC6-1F14-CD4B-6C99-C4D82C65995E}"/>
          </ac:graphicFrameMkLst>
        </pc:graphicFrameChg>
        <pc:graphicFrameChg chg="add mod">
          <ac:chgData name="CHARAN RATHANALA" userId="7c9aa6e1067b4cf6" providerId="LiveId" clId="{59BCDDB0-13A4-4CE9-942F-7B2A14E577DC}" dt="2026-08-14T03:25:23.083" v="749"/>
          <ac:graphicFrameMkLst>
            <pc:docMk/>
            <pc:sldMk cId="888099362" sldId="273"/>
            <ac:graphicFrameMk id="15" creationId="{FA0723F9-B223-DDEC-946E-EF872AB99AB9}"/>
          </ac:graphicFrameMkLst>
        </pc:graphicFrameChg>
        <pc:graphicFrameChg chg="add mod">
          <ac:chgData name="CHARAN RATHANALA" userId="7c9aa6e1067b4cf6" providerId="LiveId" clId="{59BCDDB0-13A4-4CE9-942F-7B2A14E577DC}" dt="2026-08-14T03:25:23.083" v="749"/>
          <ac:graphicFrameMkLst>
            <pc:docMk/>
            <pc:sldMk cId="888099362" sldId="273"/>
            <ac:graphicFrameMk id="16" creationId="{C5934353-44F6-8F83-7495-841B89AB1DAD}"/>
          </ac:graphicFrameMkLst>
        </pc:graphicFrameChg>
        <pc:graphicFrameChg chg="add mod">
          <ac:chgData name="CHARAN RATHANALA" userId="7c9aa6e1067b4cf6" providerId="LiveId" clId="{59BCDDB0-13A4-4CE9-942F-7B2A14E577DC}" dt="2026-08-14T03:25:39.393" v="750"/>
          <ac:graphicFrameMkLst>
            <pc:docMk/>
            <pc:sldMk cId="888099362" sldId="273"/>
            <ac:graphicFrameMk id="17" creationId="{159C892A-06DF-7242-F6BC-F69BD1B4397A}"/>
          </ac:graphicFrameMkLst>
        </pc:graphicFrameChg>
        <pc:graphicFrameChg chg="add mod">
          <ac:chgData name="CHARAN RATHANALA" userId="7c9aa6e1067b4cf6" providerId="LiveId" clId="{59BCDDB0-13A4-4CE9-942F-7B2A14E577DC}" dt="2026-08-14T03:25:39.393" v="750"/>
          <ac:graphicFrameMkLst>
            <pc:docMk/>
            <pc:sldMk cId="888099362" sldId="273"/>
            <ac:graphicFrameMk id="18" creationId="{7F502A49-BAAA-7FF1-113A-43608A9D7828}"/>
          </ac:graphicFrameMkLst>
        </pc:graphicFrameChg>
        <pc:graphicFrameChg chg="add mod">
          <ac:chgData name="CHARAN RATHANALA" userId="7c9aa6e1067b4cf6" providerId="LiveId" clId="{59BCDDB0-13A4-4CE9-942F-7B2A14E577DC}" dt="2026-08-14T03:25:39.393" v="750"/>
          <ac:graphicFrameMkLst>
            <pc:docMk/>
            <pc:sldMk cId="888099362" sldId="273"/>
            <ac:graphicFrameMk id="19" creationId="{F9EB11B2-CFBD-26F4-6DE7-01E814022287}"/>
          </ac:graphicFrameMkLst>
        </pc:graphicFrameChg>
        <pc:graphicFrameChg chg="add mod">
          <ac:chgData name="CHARAN RATHANALA" userId="7c9aa6e1067b4cf6" providerId="LiveId" clId="{59BCDDB0-13A4-4CE9-942F-7B2A14E577DC}" dt="2026-08-14T03:25:39.393" v="750"/>
          <ac:graphicFrameMkLst>
            <pc:docMk/>
            <pc:sldMk cId="888099362" sldId="273"/>
            <ac:graphicFrameMk id="20" creationId="{5F3B54EF-DB50-B32F-AD4A-68D4B7956BD7}"/>
          </ac:graphicFrameMkLst>
        </pc:graphicFrameChg>
        <pc:graphicFrameChg chg="add mod">
          <ac:chgData name="CHARAN RATHANALA" userId="7c9aa6e1067b4cf6" providerId="LiveId" clId="{59BCDDB0-13A4-4CE9-942F-7B2A14E577DC}" dt="2026-08-14T03:25:39.393" v="750"/>
          <ac:graphicFrameMkLst>
            <pc:docMk/>
            <pc:sldMk cId="888099362" sldId="273"/>
            <ac:graphicFrameMk id="21" creationId="{BCDA1F8D-1F88-B9D9-D4FB-E7E0B52BFE6C}"/>
          </ac:graphicFrameMkLst>
        </pc:graphicFrameChg>
        <pc:graphicFrameChg chg="add mod">
          <ac:chgData name="CHARAN RATHANALA" userId="7c9aa6e1067b4cf6" providerId="LiveId" clId="{59BCDDB0-13A4-4CE9-942F-7B2A14E577DC}" dt="2026-08-14T03:25:39.393" v="750"/>
          <ac:graphicFrameMkLst>
            <pc:docMk/>
            <pc:sldMk cId="888099362" sldId="273"/>
            <ac:graphicFrameMk id="22" creationId="{D9E45D3F-74BA-3F27-529B-DD24C3E5AFAF}"/>
          </ac:graphicFrameMkLst>
        </pc:graphicFrameChg>
        <pc:graphicFrameChg chg="add mod modGraphic">
          <ac:chgData name="CHARAN RATHANALA" userId="7c9aa6e1067b4cf6" providerId="LiveId" clId="{59BCDDB0-13A4-4CE9-942F-7B2A14E577DC}" dt="2026-08-14T03:34:04.674" v="797"/>
          <ac:graphicFrameMkLst>
            <pc:docMk/>
            <pc:sldMk cId="888099362" sldId="273"/>
            <ac:graphicFrameMk id="23" creationId="{8CD749FC-48B2-D660-FB46-026DB57A9788}"/>
          </ac:graphicFrameMkLst>
        </pc:graphicFrameChg>
      </pc:sldChg>
      <pc:sldChg chg="addSp modSp new del mod">
        <pc:chgData name="CHARAN RATHANALA" userId="7c9aa6e1067b4cf6" providerId="LiveId" clId="{59BCDDB0-13A4-4CE9-942F-7B2A14E577DC}" dt="2026-08-14T03:32:53.957" v="794" actId="47"/>
        <pc:sldMkLst>
          <pc:docMk/>
          <pc:sldMk cId="2147190184" sldId="274"/>
        </pc:sldMkLst>
        <pc:spChg chg="add mod">
          <ac:chgData name="CHARAN RATHANALA" userId="7c9aa6e1067b4cf6" providerId="LiveId" clId="{59BCDDB0-13A4-4CE9-942F-7B2A14E577DC}" dt="2026-08-13T08:53:18.954" v="669" actId="1076"/>
          <ac:spMkLst>
            <pc:docMk/>
            <pc:sldMk cId="2147190184" sldId="274"/>
            <ac:spMk id="3" creationId="{81819BEE-D63C-E68D-76D2-40F378BFFC10}"/>
          </ac:spMkLst>
        </pc:spChg>
        <pc:spChg chg="add mod">
          <ac:chgData name="CHARAN RATHANALA" userId="7c9aa6e1067b4cf6" providerId="LiveId" clId="{59BCDDB0-13A4-4CE9-942F-7B2A14E577DC}" dt="2026-08-13T08:53:22.466" v="670" actId="1076"/>
          <ac:spMkLst>
            <pc:docMk/>
            <pc:sldMk cId="2147190184" sldId="274"/>
            <ac:spMk id="5" creationId="{E330335E-C722-6AE0-D5FF-150A80B4140D}"/>
          </ac:spMkLst>
        </pc:spChg>
      </pc:sldChg>
      <pc:sldChg chg="addSp modSp new mod">
        <pc:chgData name="CHARAN RATHANALA" userId="7c9aa6e1067b4cf6" providerId="LiveId" clId="{59BCDDB0-13A4-4CE9-942F-7B2A14E577DC}" dt="2026-08-13T08:53:53.843" v="674" actId="207"/>
        <pc:sldMkLst>
          <pc:docMk/>
          <pc:sldMk cId="1258089525" sldId="275"/>
        </pc:sldMkLst>
        <pc:spChg chg="add mod">
          <ac:chgData name="CHARAN RATHANALA" userId="7c9aa6e1067b4cf6" providerId="LiveId" clId="{59BCDDB0-13A4-4CE9-942F-7B2A14E577DC}" dt="2026-08-13T08:53:53.843" v="674" actId="207"/>
          <ac:spMkLst>
            <pc:docMk/>
            <pc:sldMk cId="1258089525" sldId="275"/>
            <ac:spMk id="3" creationId="{C1C12808-1A97-E4B7-41DF-93BB18C4A072}"/>
          </ac:spMkLst>
        </pc:spChg>
      </pc:sldChg>
      <pc:sldChg chg="addSp delSp modSp new mod">
        <pc:chgData name="CHARAN RATHANALA" userId="7c9aa6e1067b4cf6" providerId="LiveId" clId="{59BCDDB0-13A4-4CE9-942F-7B2A14E577DC}" dt="2026-08-14T03:34:18.016" v="799"/>
        <pc:sldMkLst>
          <pc:docMk/>
          <pc:sldMk cId="3752862802" sldId="276"/>
        </pc:sldMkLst>
        <pc:graphicFrameChg chg="add mod">
          <ac:chgData name="CHARAN RATHANALA" userId="7c9aa6e1067b4cf6" providerId="LiveId" clId="{59BCDDB0-13A4-4CE9-942F-7B2A14E577DC}" dt="2026-08-14T03:27:55.222" v="772"/>
          <ac:graphicFrameMkLst>
            <pc:docMk/>
            <pc:sldMk cId="3752862802" sldId="276"/>
            <ac:graphicFrameMk id="2" creationId="{03AD8CD9-8430-15B0-EAE8-3E1BB70823D2}"/>
          </ac:graphicFrameMkLst>
        </pc:graphicFrameChg>
        <pc:graphicFrameChg chg="add del mod modGraphic">
          <ac:chgData name="CHARAN RATHANALA" userId="7c9aa6e1067b4cf6" providerId="LiveId" clId="{59BCDDB0-13A4-4CE9-942F-7B2A14E577DC}" dt="2026-08-14T03:30:28.180" v="786" actId="478"/>
          <ac:graphicFrameMkLst>
            <pc:docMk/>
            <pc:sldMk cId="3752862802" sldId="276"/>
            <ac:graphicFrameMk id="3" creationId="{6B4701B8-BA8B-1B65-7BD1-2E09CB48C01D}"/>
          </ac:graphicFrameMkLst>
        </pc:graphicFrameChg>
        <pc:graphicFrameChg chg="add mod">
          <ac:chgData name="CHARAN RATHANALA" userId="7c9aa6e1067b4cf6" providerId="LiveId" clId="{59BCDDB0-13A4-4CE9-942F-7B2A14E577DC}" dt="2026-08-14T03:30:51.510" v="787"/>
          <ac:graphicFrameMkLst>
            <pc:docMk/>
            <pc:sldMk cId="3752862802" sldId="276"/>
            <ac:graphicFrameMk id="4" creationId="{4CBC878A-7623-850E-389C-568164FD57F2}"/>
          </ac:graphicFrameMkLst>
        </pc:graphicFrameChg>
        <pc:graphicFrameChg chg="add mod">
          <ac:chgData name="CHARAN RATHANALA" userId="7c9aa6e1067b4cf6" providerId="LiveId" clId="{59BCDDB0-13A4-4CE9-942F-7B2A14E577DC}" dt="2026-08-14T03:30:51.510" v="787"/>
          <ac:graphicFrameMkLst>
            <pc:docMk/>
            <pc:sldMk cId="3752862802" sldId="276"/>
            <ac:graphicFrameMk id="5" creationId="{5F4B2048-AD8B-39E6-273E-4154FEA4AB5B}"/>
          </ac:graphicFrameMkLst>
        </pc:graphicFrameChg>
        <pc:graphicFrameChg chg="add mod">
          <ac:chgData name="CHARAN RATHANALA" userId="7c9aa6e1067b4cf6" providerId="LiveId" clId="{59BCDDB0-13A4-4CE9-942F-7B2A14E577DC}" dt="2026-08-14T03:30:51.510" v="787"/>
          <ac:graphicFrameMkLst>
            <pc:docMk/>
            <pc:sldMk cId="3752862802" sldId="276"/>
            <ac:graphicFrameMk id="6" creationId="{46FFD00A-D6B3-E2F8-1EDA-470130A910AC}"/>
          </ac:graphicFrameMkLst>
        </pc:graphicFrameChg>
        <pc:graphicFrameChg chg="add mod">
          <ac:chgData name="CHARAN RATHANALA" userId="7c9aa6e1067b4cf6" providerId="LiveId" clId="{59BCDDB0-13A4-4CE9-942F-7B2A14E577DC}" dt="2026-08-14T03:30:51.510" v="787"/>
          <ac:graphicFrameMkLst>
            <pc:docMk/>
            <pc:sldMk cId="3752862802" sldId="276"/>
            <ac:graphicFrameMk id="7" creationId="{AC93F87C-970C-FC77-C783-0A21B47CEDC9}"/>
          </ac:graphicFrameMkLst>
        </pc:graphicFrameChg>
        <pc:graphicFrameChg chg="add mod">
          <ac:chgData name="CHARAN RATHANALA" userId="7c9aa6e1067b4cf6" providerId="LiveId" clId="{59BCDDB0-13A4-4CE9-942F-7B2A14E577DC}" dt="2026-08-14T03:30:51.510" v="787"/>
          <ac:graphicFrameMkLst>
            <pc:docMk/>
            <pc:sldMk cId="3752862802" sldId="276"/>
            <ac:graphicFrameMk id="8" creationId="{A16E4722-5961-8ED1-83AF-BF74EBE9C4EA}"/>
          </ac:graphicFrameMkLst>
        </pc:graphicFrameChg>
        <pc:graphicFrameChg chg="add mod">
          <ac:chgData name="CHARAN RATHANALA" userId="7c9aa6e1067b4cf6" providerId="LiveId" clId="{59BCDDB0-13A4-4CE9-942F-7B2A14E577DC}" dt="2026-08-14T03:30:51.510" v="787"/>
          <ac:graphicFrameMkLst>
            <pc:docMk/>
            <pc:sldMk cId="3752862802" sldId="276"/>
            <ac:graphicFrameMk id="9" creationId="{84FDBB9A-7301-F9F7-10CF-02C611342DCD}"/>
          </ac:graphicFrameMkLst>
        </pc:graphicFrameChg>
        <pc:graphicFrameChg chg="add mod modGraphic">
          <ac:chgData name="CHARAN RATHANALA" userId="7c9aa6e1067b4cf6" providerId="LiveId" clId="{59BCDDB0-13A4-4CE9-942F-7B2A14E577DC}" dt="2026-08-14T03:34:18.016" v="799"/>
          <ac:graphicFrameMkLst>
            <pc:docMk/>
            <pc:sldMk cId="3752862802" sldId="276"/>
            <ac:graphicFrameMk id="10" creationId="{B6E1CCC1-A6D2-945F-A0A1-1D783D7F169F}"/>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CFF973-1C68-4EA6-AED4-A8113BACA17C}" type="datetimeFigureOut">
              <a:rPr lang="en-IN" smtClean="0"/>
              <a:t>14-08-2026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C897EB-2C39-490F-A6F7-9379EB98C064}" type="slidenum">
              <a:rPr lang="en-IN" smtClean="0"/>
              <a:t>‹#›</a:t>
            </a:fld>
            <a:endParaRPr lang="en-IN"/>
          </a:p>
        </p:txBody>
      </p:sp>
    </p:spTree>
    <p:extLst>
      <p:ext uri="{BB962C8B-B14F-4D97-AF65-F5344CB8AC3E}">
        <p14:creationId xmlns:p14="http://schemas.microsoft.com/office/powerpoint/2010/main" val="962815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8C897EB-2C39-490F-A6F7-9379EB98C064}" type="slidenum">
              <a:rPr lang="en-IN" smtClean="0"/>
              <a:t>3</a:t>
            </a:fld>
            <a:endParaRPr lang="en-IN"/>
          </a:p>
        </p:txBody>
      </p:sp>
    </p:spTree>
    <p:extLst>
      <p:ext uri="{BB962C8B-B14F-4D97-AF65-F5344CB8AC3E}">
        <p14:creationId xmlns:p14="http://schemas.microsoft.com/office/powerpoint/2010/main" val="4399553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9C3FF9F-F1CD-64A8-1511-C36988AA3BBB}"/>
              </a:ext>
            </a:extLst>
          </p:cNvPr>
          <p:cNvPicPr>
            <a:picLocks noChangeAspect="1"/>
          </p:cNvPicPr>
          <p:nvPr/>
        </p:nvPicPr>
        <p:blipFill>
          <a:blip r:embed="rId2"/>
          <a:stretch>
            <a:fillRect/>
          </a:stretch>
        </p:blipFill>
        <p:spPr>
          <a:xfrm>
            <a:off x="993531" y="414630"/>
            <a:ext cx="2560393" cy="1391383"/>
          </a:xfrm>
          <a:prstGeom prst="rect">
            <a:avLst/>
          </a:prstGeom>
        </p:spPr>
      </p:pic>
      <p:pic>
        <p:nvPicPr>
          <p:cNvPr id="3" name="Picture 2">
            <a:extLst>
              <a:ext uri="{FF2B5EF4-FFF2-40B4-BE49-F238E27FC236}">
                <a16:creationId xmlns:a16="http://schemas.microsoft.com/office/drawing/2014/main" id="{E0A33214-51B9-3FA5-DC17-85B5DDB277A6}"/>
              </a:ext>
            </a:extLst>
          </p:cNvPr>
          <p:cNvPicPr>
            <a:picLocks noChangeAspect="1"/>
          </p:cNvPicPr>
          <p:nvPr/>
        </p:nvPicPr>
        <p:blipFill>
          <a:blip r:embed="rId3"/>
          <a:stretch>
            <a:fillRect/>
          </a:stretch>
        </p:blipFill>
        <p:spPr>
          <a:xfrm>
            <a:off x="3756072" y="414630"/>
            <a:ext cx="6750735" cy="1264701"/>
          </a:xfrm>
          <a:prstGeom prst="rect">
            <a:avLst/>
          </a:prstGeom>
        </p:spPr>
      </p:pic>
      <p:sp>
        <p:nvSpPr>
          <p:cNvPr id="7" name="TextBox 6">
            <a:extLst>
              <a:ext uri="{FF2B5EF4-FFF2-40B4-BE49-F238E27FC236}">
                <a16:creationId xmlns:a16="http://schemas.microsoft.com/office/drawing/2014/main" id="{D9DF20A4-C87C-E947-F48A-0E1E5CEAB810}"/>
              </a:ext>
            </a:extLst>
          </p:cNvPr>
          <p:cNvSpPr txBox="1"/>
          <p:nvPr/>
        </p:nvSpPr>
        <p:spPr>
          <a:xfrm>
            <a:off x="2364690" y="1997839"/>
            <a:ext cx="8135082" cy="2862322"/>
          </a:xfrm>
          <a:prstGeom prst="rect">
            <a:avLst/>
          </a:prstGeom>
          <a:noFill/>
        </p:spPr>
        <p:txBody>
          <a:bodyPr wrap="square">
            <a:spAutoFit/>
          </a:bodyPr>
          <a:lstStyle/>
          <a:p>
            <a:pPr>
              <a:defRPr sz="2500">
                <a:solidFill>
                  <a:srgbClr val="BAE6FD"/>
                </a:solidFill>
              </a:defRPr>
            </a:pPr>
            <a:r>
              <a:rPr lang="en-IN" sz="2000" b="1" dirty="0">
                <a:solidFill>
                  <a:schemeClr val="bg2">
                    <a:lumMod val="10000"/>
                  </a:schemeClr>
                </a:solidFill>
              </a:rPr>
              <a:t>DATA STORYTELLING TECHNIQUES </a:t>
            </a:r>
            <a:r>
              <a:rPr lang="en-IN" sz="2000" b="1" dirty="0">
                <a:solidFill>
                  <a:schemeClr val="tx1">
                    <a:lumMod val="95000"/>
                    <a:lumOff val="5000"/>
                  </a:schemeClr>
                </a:solidFill>
              </a:rPr>
              <a:t>for Interactive Decision Analytics</a:t>
            </a:r>
          </a:p>
          <a:p>
            <a:pPr>
              <a:defRPr sz="2500">
                <a:solidFill>
                  <a:srgbClr val="BAE6FD"/>
                </a:solidFill>
              </a:defRPr>
            </a:pPr>
            <a:endParaRPr lang="en-IN" sz="2000" b="1" dirty="0">
              <a:solidFill>
                <a:schemeClr val="tx1">
                  <a:lumMod val="95000"/>
                  <a:lumOff val="5000"/>
                </a:schemeClr>
              </a:solidFill>
            </a:endParaRPr>
          </a:p>
          <a:p>
            <a:pPr>
              <a:defRPr sz="2500">
                <a:solidFill>
                  <a:srgbClr val="BAE6FD"/>
                </a:solidFill>
              </a:defRPr>
            </a:pPr>
            <a:endParaRPr lang="en-IN" sz="2000" b="1" dirty="0">
              <a:solidFill>
                <a:schemeClr val="tx1">
                  <a:lumMod val="95000"/>
                  <a:lumOff val="5000"/>
                </a:schemeClr>
              </a:solidFill>
            </a:endParaRPr>
          </a:p>
          <a:p>
            <a:pPr>
              <a:defRPr sz="3400" b="1">
                <a:solidFill>
                  <a:srgbClr val="FFFFFF"/>
                </a:solidFill>
              </a:defRPr>
            </a:pPr>
            <a:r>
              <a:rPr lang="en-IN" sz="2000" b="1" dirty="0">
                <a:solidFill>
                  <a:schemeClr val="bg2">
                    <a:lumMod val="10000"/>
                  </a:schemeClr>
                </a:solidFill>
              </a:rPr>
              <a:t>						TEAM-</a:t>
            </a:r>
          </a:p>
          <a:p>
            <a:pPr>
              <a:defRPr sz="3400" b="1">
                <a:solidFill>
                  <a:srgbClr val="FFFFFF"/>
                </a:solidFill>
              </a:defRPr>
            </a:pPr>
            <a:endParaRPr lang="en-IN" sz="2000" b="1" dirty="0">
              <a:solidFill>
                <a:schemeClr val="bg2">
                  <a:lumMod val="10000"/>
                </a:schemeClr>
              </a:solidFill>
            </a:endParaRPr>
          </a:p>
          <a:p>
            <a:pPr>
              <a:defRPr sz="3400" b="1">
                <a:solidFill>
                  <a:srgbClr val="FFFFFF"/>
                </a:solidFill>
              </a:defRPr>
            </a:pPr>
            <a:r>
              <a:rPr lang="en-IN" sz="2000" dirty="0">
                <a:solidFill>
                  <a:schemeClr val="bg2">
                    <a:lumMod val="10000"/>
                  </a:schemeClr>
                </a:solidFill>
              </a:rPr>
              <a:t>                                     2420030121-S SAI RISHIK</a:t>
            </a:r>
          </a:p>
          <a:p>
            <a:pPr>
              <a:defRPr sz="3400" b="1">
                <a:solidFill>
                  <a:srgbClr val="FFFFFF"/>
                </a:solidFill>
              </a:defRPr>
            </a:pPr>
            <a:r>
              <a:rPr lang="en-IN" sz="2000" dirty="0">
                <a:solidFill>
                  <a:schemeClr val="bg2">
                    <a:lumMod val="10000"/>
                  </a:schemeClr>
                </a:solidFill>
              </a:rPr>
              <a:t>				     2420030140- R SAI CHARAN</a:t>
            </a:r>
          </a:p>
          <a:p>
            <a:pPr>
              <a:defRPr sz="3400" b="1">
                <a:solidFill>
                  <a:srgbClr val="FFFFFF"/>
                </a:solidFill>
              </a:defRPr>
            </a:pPr>
            <a:r>
              <a:rPr lang="en-IN" sz="2000" dirty="0">
                <a:solidFill>
                  <a:schemeClr val="bg2">
                    <a:lumMod val="10000"/>
                  </a:schemeClr>
                </a:solidFill>
              </a:rPr>
              <a:t>				     2420030574-D SUJAY</a:t>
            </a:r>
          </a:p>
          <a:p>
            <a:pPr>
              <a:defRPr sz="3400" b="1">
                <a:solidFill>
                  <a:srgbClr val="FFFFFF"/>
                </a:solidFill>
              </a:defRPr>
            </a:pPr>
            <a:r>
              <a:rPr lang="en-IN" sz="2000" dirty="0">
                <a:solidFill>
                  <a:schemeClr val="bg2">
                    <a:lumMod val="10000"/>
                  </a:schemeClr>
                </a:solidFill>
              </a:rPr>
              <a:t>                                     2420030764-K SAI TEJA</a:t>
            </a:r>
          </a:p>
        </p:txBody>
      </p:sp>
      <p:sp>
        <p:nvSpPr>
          <p:cNvPr id="11" name="TextBox 10">
            <a:extLst>
              <a:ext uri="{FF2B5EF4-FFF2-40B4-BE49-F238E27FC236}">
                <a16:creationId xmlns:a16="http://schemas.microsoft.com/office/drawing/2014/main" id="{646A6017-AEE1-4B74-0C39-BC7667FBDC2B}"/>
              </a:ext>
            </a:extLst>
          </p:cNvPr>
          <p:cNvSpPr txBox="1"/>
          <p:nvPr/>
        </p:nvSpPr>
        <p:spPr>
          <a:xfrm>
            <a:off x="129687" y="6197148"/>
            <a:ext cx="6097464" cy="492443"/>
          </a:xfrm>
          <a:prstGeom prst="rect">
            <a:avLst/>
          </a:prstGeom>
          <a:noFill/>
        </p:spPr>
        <p:txBody>
          <a:bodyPr wrap="square">
            <a:spAutoFit/>
          </a:bodyPr>
          <a:lstStyle/>
          <a:p>
            <a:pPr>
              <a:defRPr sz="1300">
                <a:solidFill>
                  <a:srgbClr val="CBD5E1"/>
                </a:solidFill>
              </a:defRPr>
            </a:pPr>
            <a:r>
              <a:rPr lang="en-US" sz="1300" dirty="0">
                <a:solidFill>
                  <a:schemeClr val="bg2">
                    <a:lumMod val="10000"/>
                  </a:schemeClr>
                </a:solidFill>
              </a:rPr>
              <a:t>Engineering Capstone Project – 1  |  A.Y. 2026–2027</a:t>
            </a:r>
          </a:p>
          <a:p>
            <a:pPr>
              <a:defRPr sz="1300">
                <a:solidFill>
                  <a:srgbClr val="CBD5E1"/>
                </a:solidFill>
              </a:defRPr>
            </a:pPr>
            <a:r>
              <a:rPr lang="en-US" sz="1300" dirty="0">
                <a:solidFill>
                  <a:schemeClr val="bg2">
                    <a:lumMod val="10000"/>
                  </a:schemeClr>
                </a:solidFill>
              </a:rPr>
              <a:t>Department of CSE</a:t>
            </a:r>
          </a:p>
        </p:txBody>
      </p:sp>
      <p:sp>
        <p:nvSpPr>
          <p:cNvPr id="13" name="TextBox 12">
            <a:extLst>
              <a:ext uri="{FF2B5EF4-FFF2-40B4-BE49-F238E27FC236}">
                <a16:creationId xmlns:a16="http://schemas.microsoft.com/office/drawing/2014/main" id="{78BF4EE7-5038-E25C-5011-5A11CF350744}"/>
              </a:ext>
            </a:extLst>
          </p:cNvPr>
          <p:cNvSpPr txBox="1"/>
          <p:nvPr/>
        </p:nvSpPr>
        <p:spPr>
          <a:xfrm>
            <a:off x="4819942" y="2475142"/>
            <a:ext cx="6097464" cy="292388"/>
          </a:xfrm>
          <a:prstGeom prst="rect">
            <a:avLst/>
          </a:prstGeom>
          <a:noFill/>
        </p:spPr>
        <p:txBody>
          <a:bodyPr wrap="square">
            <a:spAutoFit/>
          </a:bodyPr>
          <a:lstStyle/>
          <a:p>
            <a:pPr>
              <a:defRPr sz="1300">
                <a:solidFill>
                  <a:srgbClr val="CBD5E1"/>
                </a:solidFill>
              </a:defRPr>
            </a:pPr>
            <a:r>
              <a:rPr lang="en-IN" sz="1300" dirty="0">
                <a:solidFill>
                  <a:schemeClr val="bg2">
                    <a:lumMod val="10000"/>
                  </a:schemeClr>
                </a:solidFill>
              </a:rPr>
              <a:t>Domain: Business Analytics</a:t>
            </a:r>
            <a:endParaRPr lang="en-US" sz="1300" dirty="0">
              <a:solidFill>
                <a:schemeClr val="bg2">
                  <a:lumMod val="10000"/>
                </a:schemeClr>
              </a:solidFill>
            </a:endParaRPr>
          </a:p>
        </p:txBody>
      </p:sp>
    </p:spTree>
    <p:extLst>
      <p:ext uri="{BB962C8B-B14F-4D97-AF65-F5344CB8AC3E}">
        <p14:creationId xmlns:p14="http://schemas.microsoft.com/office/powerpoint/2010/main" val="2954843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791975"/>
            <a:ext cx="10972800" cy="548640"/>
          </a:xfrm>
          <a:prstGeom prst="rect">
            <a:avLst/>
          </a:prstGeom>
          <a:noFill/>
        </p:spPr>
        <p:txBody>
          <a:bodyPr wrap="none">
            <a:spAutoFit/>
          </a:bodyPr>
          <a:lstStyle/>
          <a:p>
            <a:pPr>
              <a:defRPr sz="2700" b="1">
                <a:solidFill>
                  <a:srgbClr val="121F35"/>
                </a:solidFill>
              </a:defRPr>
            </a:pPr>
            <a:r>
              <a:rPr dirty="0"/>
              <a:t>Problem Statement</a:t>
            </a:r>
          </a:p>
        </p:txBody>
      </p:sp>
      <p:sp>
        <p:nvSpPr>
          <p:cNvPr id="4" name="Rounded Rectangle 3"/>
          <p:cNvSpPr/>
          <p:nvPr/>
        </p:nvSpPr>
        <p:spPr>
          <a:xfrm>
            <a:off x="731520" y="1508760"/>
            <a:ext cx="10698480" cy="33832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508760"/>
            <a:ext cx="1069848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38200" y="1972403"/>
            <a:ext cx="10515600" cy="2554545"/>
          </a:xfrm>
          <a:prstGeom prst="rect">
            <a:avLst/>
          </a:prstGeom>
          <a:noFill/>
        </p:spPr>
        <p:txBody>
          <a:bodyPr wrap="square">
            <a:spAutoFit/>
          </a:bodyPr>
          <a:lstStyle/>
          <a:p>
            <a:pPr>
              <a:defRPr sz="1250">
                <a:solidFill>
                  <a:srgbClr val="1E293B"/>
                </a:solidFill>
              </a:defRPr>
            </a:pPr>
            <a:r>
              <a:rPr sz="1600" dirty="0"/>
              <a:t>Traditional data analysis often presents information through static reports, isolated charts, and numerical summaries, making it difficult to identify meaningful patterns, relationships, and insights. As data becomes larger and more complex, decision-makers need clearer ways to connect findings. The project proposes an interactive approach combining analysis, visualization, storytelling, and decision analytics to transform complex data into understandable insights.</a:t>
            </a:r>
            <a:endParaRPr lang="en-IN" sz="1600" dirty="0"/>
          </a:p>
          <a:p>
            <a:pPr>
              <a:defRPr sz="1250">
                <a:solidFill>
                  <a:srgbClr val="1E293B"/>
                </a:solidFill>
              </a:defRPr>
            </a:pPr>
            <a:endParaRPr lang="en-IN" sz="1600" dirty="0"/>
          </a:p>
          <a:p>
            <a:pPr marL="285750" indent="-285750">
              <a:buFont typeface="Arial" panose="020B0604020202020204" pitchFamily="34" charset="0"/>
              <a:buChar char="•"/>
              <a:defRPr sz="1250">
                <a:solidFill>
                  <a:srgbClr val="1E293B"/>
                </a:solidFill>
              </a:defRPr>
            </a:pPr>
            <a:r>
              <a:rPr lang="en-IN" sz="1600" dirty="0"/>
              <a:t>It enables users to explore data interactively and understand important trends, patterns, and relationships more effectively.</a:t>
            </a:r>
          </a:p>
          <a:p>
            <a:pPr marL="285750" indent="-285750">
              <a:buFont typeface="Arial" panose="020B0604020202020204" pitchFamily="34" charset="0"/>
              <a:buChar char="•"/>
              <a:defRPr sz="1250">
                <a:solidFill>
                  <a:srgbClr val="1E293B"/>
                </a:solidFill>
              </a:defRPr>
            </a:pPr>
            <a:r>
              <a:rPr lang="en-IN" sz="1600" dirty="0"/>
              <a:t>The approach improves communication of complex analytical findings through clear visual narratives and interactive dashboards.</a:t>
            </a:r>
          </a:p>
          <a:p>
            <a:pPr marL="285750" indent="-285750">
              <a:buFont typeface="Arial" panose="020B0604020202020204" pitchFamily="34" charset="0"/>
              <a:buChar char="•"/>
              <a:defRPr sz="1250">
                <a:solidFill>
                  <a:srgbClr val="1E293B"/>
                </a:solidFill>
              </a:defRPr>
            </a:pPr>
            <a:r>
              <a:rPr lang="en-IN" sz="1600" dirty="0"/>
              <a:t>It ultimately supports faster, clearer, and evidence-based decision-making using data-driven insights.</a:t>
            </a:r>
            <a:endParaRPr sz="1600" dirty="0"/>
          </a:p>
        </p:txBody>
      </p:sp>
      <p:sp>
        <p:nvSpPr>
          <p:cNvPr id="8" name="TextBox 7"/>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03</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48640"/>
          </a:xfrm>
          <a:prstGeom prst="rect">
            <a:avLst/>
          </a:prstGeom>
          <a:noFill/>
        </p:spPr>
        <p:txBody>
          <a:bodyPr wrap="none">
            <a:spAutoFit/>
          </a:bodyPr>
          <a:lstStyle/>
          <a:p>
            <a:pPr>
              <a:defRPr sz="2700" b="1">
                <a:solidFill>
                  <a:srgbClr val="121F35"/>
                </a:solidFill>
              </a:defRPr>
            </a:pPr>
            <a:r>
              <a:t>Objectives</a:t>
            </a:r>
          </a:p>
        </p:txBody>
      </p:sp>
      <p:sp>
        <p:nvSpPr>
          <p:cNvPr id="4" name="TextBox 3"/>
          <p:cNvSpPr txBox="1"/>
          <p:nvPr/>
        </p:nvSpPr>
        <p:spPr>
          <a:xfrm>
            <a:off x="731520" y="1325880"/>
            <a:ext cx="10789920" cy="3170099"/>
          </a:xfrm>
          <a:prstGeom prst="rect">
            <a:avLst/>
          </a:prstGeom>
          <a:noFill/>
        </p:spPr>
        <p:txBody>
          <a:bodyPr wrap="square">
            <a:spAutoFit/>
          </a:bodyPr>
          <a:lstStyle/>
          <a:p>
            <a:pPr marL="285750" indent="-285750">
              <a:spcAft>
                <a:spcPts val="1200"/>
              </a:spcAft>
              <a:buFont typeface="Arial" panose="020B0604020202020204" pitchFamily="34" charset="0"/>
              <a:buChar char="•"/>
              <a:defRPr sz="1600">
                <a:solidFill>
                  <a:srgbClr val="1E293B"/>
                </a:solidFill>
              </a:defRPr>
            </a:pPr>
            <a:r>
              <a:rPr dirty="0"/>
              <a:t> </a:t>
            </a:r>
            <a:r>
              <a:rPr lang="en-IN" dirty="0"/>
              <a:t>To </a:t>
            </a:r>
            <a:r>
              <a:rPr dirty="0"/>
              <a:t>Develop an interactive platform for analyzing and presenting complex datasets through data storytelling.</a:t>
            </a:r>
          </a:p>
          <a:p>
            <a:pPr marL="285750" indent="-285750">
              <a:spcAft>
                <a:spcPts val="1200"/>
              </a:spcAft>
              <a:buFont typeface="Arial" panose="020B0604020202020204" pitchFamily="34" charset="0"/>
              <a:buChar char="•"/>
              <a:defRPr sz="1600">
                <a:solidFill>
                  <a:srgbClr val="1E293B"/>
                </a:solidFill>
              </a:defRPr>
            </a:pPr>
            <a:r>
              <a:rPr dirty="0"/>
              <a:t> </a:t>
            </a:r>
            <a:r>
              <a:rPr lang="en-IN" dirty="0"/>
              <a:t>To  </a:t>
            </a:r>
            <a:r>
              <a:rPr dirty="0"/>
              <a:t>Apply trend analysis, comparison analysis, KPI storytelling, drill-down analysis, and interactive filtering.</a:t>
            </a:r>
          </a:p>
          <a:p>
            <a:pPr marL="285750" indent="-285750">
              <a:spcAft>
                <a:spcPts val="1200"/>
              </a:spcAft>
              <a:buFont typeface="Arial" panose="020B0604020202020204" pitchFamily="34" charset="0"/>
              <a:buChar char="•"/>
              <a:defRPr sz="1600">
                <a:solidFill>
                  <a:srgbClr val="1E293B"/>
                </a:solidFill>
              </a:defRPr>
            </a:pPr>
            <a:r>
              <a:rPr lang="en-IN" dirty="0"/>
              <a:t>To Design </a:t>
            </a:r>
            <a:r>
              <a:rPr dirty="0"/>
              <a:t> interactive visualizations and dashboards to communicate findings effectively.</a:t>
            </a:r>
          </a:p>
          <a:p>
            <a:pPr marL="285750" indent="-285750">
              <a:spcAft>
                <a:spcPts val="1200"/>
              </a:spcAft>
              <a:buFont typeface="Arial" panose="020B0604020202020204" pitchFamily="34" charset="0"/>
              <a:buChar char="•"/>
              <a:defRPr sz="1600">
                <a:solidFill>
                  <a:srgbClr val="1E293B"/>
                </a:solidFill>
              </a:defRPr>
            </a:pPr>
            <a:r>
              <a:rPr dirty="0"/>
              <a:t> </a:t>
            </a:r>
            <a:r>
              <a:rPr lang="en-IN" sz="1600" dirty="0"/>
              <a:t>To integrate multiple retail and sales datasets to establish meaningful connections between analytical findings and generate coherent data stories..</a:t>
            </a:r>
            <a:endParaRPr lang="en-IN" dirty="0"/>
          </a:p>
          <a:p>
            <a:pPr marL="285750" lvl="0" indent="-285750">
              <a:buFont typeface="Arial" panose="020B0604020202020204" pitchFamily="34" charset="0"/>
              <a:buChar char="•"/>
            </a:pPr>
            <a:r>
              <a:rPr lang="en-IN" sz="1600" dirty="0"/>
              <a:t>To enhance human-guided interpretation by transforming analytical findings into clear, structured, and actionable data stories using visualizations, KPIs, and narrative insights.</a:t>
            </a:r>
          </a:p>
          <a:p>
            <a:pPr lvl="0"/>
            <a:endParaRPr lang="en-IN" sz="1600" dirty="0"/>
          </a:p>
          <a:p>
            <a:pPr marL="285750" lvl="0" indent="-285750">
              <a:buFont typeface="Arial" panose="020B0604020202020204" pitchFamily="34" charset="0"/>
              <a:buChar char="•"/>
            </a:pPr>
            <a:r>
              <a:rPr lang="en-IN" sz="1600" dirty="0"/>
              <a:t>To evaluate analytical findings across multiple datasets and generate actionable insights to support effective and evidence-based business decisions.</a:t>
            </a:r>
            <a:endParaRPr dirty="0"/>
          </a:p>
        </p:txBody>
      </p:sp>
      <p:sp>
        <p:nvSpPr>
          <p:cNvPr id="5" name="TextBox 4"/>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04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69EEDD0-D5D3-B6AA-86A9-F7BD76087B1A}"/>
              </a:ext>
            </a:extLst>
          </p:cNvPr>
          <p:cNvSpPr txBox="1"/>
          <p:nvPr/>
        </p:nvSpPr>
        <p:spPr>
          <a:xfrm>
            <a:off x="384664" y="173897"/>
            <a:ext cx="6097464" cy="507831"/>
          </a:xfrm>
          <a:prstGeom prst="rect">
            <a:avLst/>
          </a:prstGeom>
          <a:noFill/>
        </p:spPr>
        <p:txBody>
          <a:bodyPr wrap="square">
            <a:spAutoFit/>
          </a:bodyPr>
          <a:lstStyle/>
          <a:p>
            <a:pPr>
              <a:defRPr sz="2700" b="1">
                <a:solidFill>
                  <a:srgbClr val="121F35"/>
                </a:solidFill>
              </a:defRPr>
            </a:pPr>
            <a:r>
              <a:rPr lang="en-IN" sz="2700" dirty="0"/>
              <a:t>Literature Survey</a:t>
            </a:r>
          </a:p>
        </p:txBody>
      </p:sp>
      <p:sp>
        <p:nvSpPr>
          <p:cNvPr id="6" name="TextBox 5">
            <a:extLst>
              <a:ext uri="{FF2B5EF4-FFF2-40B4-BE49-F238E27FC236}">
                <a16:creationId xmlns:a16="http://schemas.microsoft.com/office/drawing/2014/main" id="{5FC09E92-C053-5ABB-BD87-FBA0723AAC5B}"/>
              </a:ext>
            </a:extLst>
          </p:cNvPr>
          <p:cNvSpPr txBox="1"/>
          <p:nvPr/>
        </p:nvSpPr>
        <p:spPr>
          <a:xfrm>
            <a:off x="411944" y="550923"/>
            <a:ext cx="6097464" cy="261610"/>
          </a:xfrm>
          <a:prstGeom prst="rect">
            <a:avLst/>
          </a:prstGeom>
          <a:noFill/>
        </p:spPr>
        <p:txBody>
          <a:bodyPr wrap="square">
            <a:spAutoFit/>
          </a:bodyPr>
          <a:lstStyle/>
          <a:p>
            <a:pPr>
              <a:defRPr sz="1100">
                <a:solidFill>
                  <a:srgbClr val="64748B"/>
                </a:solidFill>
              </a:defRPr>
            </a:pPr>
            <a:r>
              <a:rPr lang="en-US" sz="1100" dirty="0"/>
              <a:t>Key research areas supporting the proposed approach</a:t>
            </a:r>
          </a:p>
        </p:txBody>
      </p:sp>
      <p:graphicFrame>
        <p:nvGraphicFramePr>
          <p:cNvPr id="23" name="Table 22">
            <a:extLst>
              <a:ext uri="{FF2B5EF4-FFF2-40B4-BE49-F238E27FC236}">
                <a16:creationId xmlns:a16="http://schemas.microsoft.com/office/drawing/2014/main" id="{8CD749FC-48B2-D660-FB46-026DB57A9788}"/>
              </a:ext>
            </a:extLst>
          </p:cNvPr>
          <p:cNvGraphicFramePr>
            <a:graphicFrameLocks noGrp="1"/>
          </p:cNvGraphicFramePr>
          <p:nvPr>
            <p:extLst>
              <p:ext uri="{D42A27DB-BD31-4B8C-83A1-F6EECF244321}">
                <p14:modId xmlns:p14="http://schemas.microsoft.com/office/powerpoint/2010/main" val="2241506483"/>
              </p:ext>
            </p:extLst>
          </p:nvPr>
        </p:nvGraphicFramePr>
        <p:xfrm>
          <a:off x="2005844" y="788754"/>
          <a:ext cx="6786460" cy="5562934"/>
        </p:xfrm>
        <a:graphic>
          <a:graphicData uri="http://schemas.openxmlformats.org/drawingml/2006/table">
            <a:tbl>
              <a:tblPr/>
              <a:tblGrid>
                <a:gridCol w="1357292">
                  <a:extLst>
                    <a:ext uri="{9D8B030D-6E8A-4147-A177-3AD203B41FA5}">
                      <a16:colId xmlns:a16="http://schemas.microsoft.com/office/drawing/2014/main" val="3398557340"/>
                    </a:ext>
                  </a:extLst>
                </a:gridCol>
                <a:gridCol w="1357292">
                  <a:extLst>
                    <a:ext uri="{9D8B030D-6E8A-4147-A177-3AD203B41FA5}">
                      <a16:colId xmlns:a16="http://schemas.microsoft.com/office/drawing/2014/main" val="3435052988"/>
                    </a:ext>
                  </a:extLst>
                </a:gridCol>
                <a:gridCol w="1357292">
                  <a:extLst>
                    <a:ext uri="{9D8B030D-6E8A-4147-A177-3AD203B41FA5}">
                      <a16:colId xmlns:a16="http://schemas.microsoft.com/office/drawing/2014/main" val="537810739"/>
                    </a:ext>
                  </a:extLst>
                </a:gridCol>
                <a:gridCol w="1357292">
                  <a:extLst>
                    <a:ext uri="{9D8B030D-6E8A-4147-A177-3AD203B41FA5}">
                      <a16:colId xmlns:a16="http://schemas.microsoft.com/office/drawing/2014/main" val="3195673517"/>
                    </a:ext>
                  </a:extLst>
                </a:gridCol>
                <a:gridCol w="1357292">
                  <a:extLst>
                    <a:ext uri="{9D8B030D-6E8A-4147-A177-3AD203B41FA5}">
                      <a16:colId xmlns:a16="http://schemas.microsoft.com/office/drawing/2014/main" val="4011879382"/>
                    </a:ext>
                  </a:extLst>
                </a:gridCol>
              </a:tblGrid>
              <a:tr h="270420">
                <a:tc>
                  <a:txBody>
                    <a:bodyPr/>
                    <a:lstStyle/>
                    <a:p>
                      <a:pPr algn="r">
                        <a:buNone/>
                      </a:pPr>
                      <a:r>
                        <a:rPr lang="en-IN" sz="1000"/>
                        <a:t>S.NO</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Research Paper</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Main Contribution</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Limitation / Observation</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Relevance</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50378901"/>
                  </a:ext>
                </a:extLst>
              </a:tr>
              <a:tr h="1197576">
                <a:tc>
                  <a:txBody>
                    <a:bodyPr/>
                    <a:lstStyle/>
                    <a:p>
                      <a:pPr algn="r">
                        <a:buNone/>
                      </a:pPr>
                      <a:r>
                        <a:rPr lang="en-IN" sz="1000" b="1" dirty="0"/>
                        <a:t>1</a:t>
                      </a:r>
                      <a:endParaRPr lang="en-IN" sz="1000" dirty="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dirty="0"/>
                        <a:t>Beyond Dashboards? Designing Data Stories for Effective Use in Business Intelligence and Analytics (2023)</a:t>
                      </a:r>
                      <a:endParaRPr lang="en-IN" sz="1000" dirty="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Proposes design principles for using data storytelling with dashboards to communicate analytical insights.</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Focuses mainly on design principles and prototype evaluation.</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Supports the </a:t>
                      </a:r>
                      <a:r>
                        <a:rPr lang="en-IN" sz="1000" b="1" dirty="0"/>
                        <a:t>data storytelling</a:t>
                      </a:r>
                      <a:r>
                        <a:rPr lang="en-IN" sz="1000" dirty="0"/>
                        <a:t> component.</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802894421"/>
                  </a:ext>
                </a:extLst>
              </a:tr>
              <a:tr h="965787">
                <a:tc>
                  <a:txBody>
                    <a:bodyPr/>
                    <a:lstStyle/>
                    <a:p>
                      <a:pPr algn="r">
                        <a:buNone/>
                      </a:pPr>
                      <a:r>
                        <a:rPr lang="en-IN" sz="1000" b="1" dirty="0"/>
                        <a:t>2</a:t>
                      </a:r>
                      <a:endParaRPr lang="en-IN" sz="1000" dirty="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Bridging Cognitive Gaps Between User and Model in Interactive Dimension Reduction (2021)</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Improves interactive visual analytics to help users understand and explore complex data.</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Focuses mainly on interactive machine-learning and dimension-reduction environments.</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Supports </a:t>
                      </a:r>
                      <a:r>
                        <a:rPr lang="en-IN" sz="1000" b="1" dirty="0"/>
                        <a:t>interactive visual analytics</a:t>
                      </a:r>
                      <a:r>
                        <a:rPr lang="en-IN" sz="1000" dirty="0"/>
                        <a:t>.</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395151152"/>
                  </a:ext>
                </a:extLst>
              </a:tr>
              <a:tr h="1081682">
                <a:tc>
                  <a:txBody>
                    <a:bodyPr/>
                    <a:lstStyle/>
                    <a:p>
                      <a:pPr algn="r">
                        <a:buNone/>
                      </a:pPr>
                      <a:r>
                        <a:rPr lang="en-IN" sz="1000" b="1"/>
                        <a:t>3</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Organizational Decision Making and Analytics: An Experimental Study on Dashboard Visualizations (2024)</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Examines how dashboard format, information currency, and completeness influence decision-making quality.</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Study uses experimental dashboard visualizations and specific decision-making tasks.</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interactive dashboard development</a:t>
                      </a:r>
                      <a:r>
                        <a:rPr lang="en-IN" sz="1000"/>
                        <a:t>.</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57621483"/>
                  </a:ext>
                </a:extLst>
              </a:tr>
              <a:tr h="1081682">
                <a:tc>
                  <a:txBody>
                    <a:bodyPr/>
                    <a:lstStyle/>
                    <a:p>
                      <a:pPr algn="r">
                        <a:buNone/>
                      </a:pPr>
                      <a:r>
                        <a:rPr lang="en-IN" sz="1000" b="1"/>
                        <a:t>4</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Reconciling Business Intelligence, Analytics and Decision Support Systems: More Data, Deeper Insight (2021)</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Connects BI and analytics with decision-support systems for converting data into deeper insights.</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Primarily focuses on BI&amp;A and DSS integration.</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business intelligence and decision analytics</a:t>
                      </a:r>
                      <a:r>
                        <a:rPr lang="en-IN" sz="1000"/>
                        <a:t>.</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4164471392"/>
                  </a:ext>
                </a:extLst>
              </a:tr>
              <a:tr h="965787">
                <a:tc>
                  <a:txBody>
                    <a:bodyPr/>
                    <a:lstStyle/>
                    <a:p>
                      <a:pPr algn="r">
                        <a:buNone/>
                      </a:pPr>
                      <a:r>
                        <a:rPr lang="en-IN" sz="1000" b="1"/>
                        <a:t>5</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The Science of Visual Data Communication: What Works (2021)</a:t>
                      </a:r>
                      <a:endParaRPr lang="en-IN" sz="1000"/>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Provides research-based guidelines for effective data visualization and communication.</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Effective visualization still depends on audience and graphical literacy.</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Supports </a:t>
                      </a:r>
                      <a:r>
                        <a:rPr lang="en-IN" sz="1000" b="1" dirty="0"/>
                        <a:t>visual data communication</a:t>
                      </a:r>
                      <a:r>
                        <a:rPr lang="en-IN" sz="1000" dirty="0"/>
                        <a:t>.</a:t>
                      </a:r>
                    </a:p>
                  </a:txBody>
                  <a:tcPr marL="31430" marR="31430" marT="15715" marB="157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832601261"/>
                  </a:ext>
                </a:extLst>
              </a:tr>
            </a:tbl>
          </a:graphicData>
        </a:graphic>
      </p:graphicFrame>
    </p:spTree>
    <p:extLst>
      <p:ext uri="{BB962C8B-B14F-4D97-AF65-F5344CB8AC3E}">
        <p14:creationId xmlns:p14="http://schemas.microsoft.com/office/powerpoint/2010/main" val="888099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a:extLst>
              <a:ext uri="{FF2B5EF4-FFF2-40B4-BE49-F238E27FC236}">
                <a16:creationId xmlns:a16="http://schemas.microsoft.com/office/drawing/2014/main" id="{B6E1CCC1-A6D2-945F-A0A1-1D783D7F169F}"/>
              </a:ext>
            </a:extLst>
          </p:cNvPr>
          <p:cNvGraphicFramePr>
            <a:graphicFrameLocks noGrp="1"/>
          </p:cNvGraphicFramePr>
          <p:nvPr>
            <p:extLst>
              <p:ext uri="{D42A27DB-BD31-4B8C-83A1-F6EECF244321}">
                <p14:modId xmlns:p14="http://schemas.microsoft.com/office/powerpoint/2010/main" val="3965487209"/>
              </p:ext>
            </p:extLst>
          </p:nvPr>
        </p:nvGraphicFramePr>
        <p:xfrm>
          <a:off x="2791872" y="72996"/>
          <a:ext cx="5516860" cy="6712008"/>
        </p:xfrm>
        <a:graphic>
          <a:graphicData uri="http://schemas.openxmlformats.org/drawingml/2006/table">
            <a:tbl>
              <a:tblPr/>
              <a:tblGrid>
                <a:gridCol w="1103372">
                  <a:extLst>
                    <a:ext uri="{9D8B030D-6E8A-4147-A177-3AD203B41FA5}">
                      <a16:colId xmlns:a16="http://schemas.microsoft.com/office/drawing/2014/main" val="2181424374"/>
                    </a:ext>
                  </a:extLst>
                </a:gridCol>
                <a:gridCol w="1103372">
                  <a:extLst>
                    <a:ext uri="{9D8B030D-6E8A-4147-A177-3AD203B41FA5}">
                      <a16:colId xmlns:a16="http://schemas.microsoft.com/office/drawing/2014/main" val="1216892751"/>
                    </a:ext>
                  </a:extLst>
                </a:gridCol>
                <a:gridCol w="1103372">
                  <a:extLst>
                    <a:ext uri="{9D8B030D-6E8A-4147-A177-3AD203B41FA5}">
                      <a16:colId xmlns:a16="http://schemas.microsoft.com/office/drawing/2014/main" val="2459788921"/>
                    </a:ext>
                  </a:extLst>
                </a:gridCol>
                <a:gridCol w="1103372">
                  <a:extLst>
                    <a:ext uri="{9D8B030D-6E8A-4147-A177-3AD203B41FA5}">
                      <a16:colId xmlns:a16="http://schemas.microsoft.com/office/drawing/2014/main" val="1731150551"/>
                    </a:ext>
                  </a:extLst>
                </a:gridCol>
                <a:gridCol w="1103372">
                  <a:extLst>
                    <a:ext uri="{9D8B030D-6E8A-4147-A177-3AD203B41FA5}">
                      <a16:colId xmlns:a16="http://schemas.microsoft.com/office/drawing/2014/main" val="12679942"/>
                    </a:ext>
                  </a:extLst>
                </a:gridCol>
              </a:tblGrid>
              <a:tr h="185273">
                <a:tc>
                  <a:txBody>
                    <a:bodyPr/>
                    <a:lstStyle/>
                    <a:p>
                      <a:pPr algn="r">
                        <a:buNone/>
                      </a:pPr>
                      <a:r>
                        <a:rPr lang="en-IN" sz="1000"/>
                        <a:t>S.NO</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Research Paper</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Main Contribution</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Limitation / Observation</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Relevance</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770035133"/>
                  </a:ext>
                </a:extLst>
              </a:tr>
              <a:tr h="899899">
                <a:tc>
                  <a:txBody>
                    <a:bodyPr/>
                    <a:lstStyle/>
                    <a:p>
                      <a:pPr algn="r">
                        <a:buNone/>
                      </a:pPr>
                      <a:r>
                        <a:rPr lang="en-IN" sz="1000" b="1"/>
                        <a:t>6</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Visual Data Story Protocol: Internal Communications from Domain Expertise to Narrative Visualization Implementation (2021)</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Proposes a five-phase protocol for designing and developing effective data stories.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Developed from a limited number of data-story projects.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data storytelling and narrative visualization</a:t>
                      </a:r>
                      <a:r>
                        <a:rPr lang="en-IN" sz="1000"/>
                        <a: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428883198"/>
                  </a:ext>
                </a:extLst>
              </a:tr>
              <a:tr h="899899">
                <a:tc>
                  <a:txBody>
                    <a:bodyPr/>
                    <a:lstStyle/>
                    <a:p>
                      <a:pPr algn="r">
                        <a:buNone/>
                      </a:pPr>
                      <a:r>
                        <a:rPr lang="en-IN" sz="1000" b="1" dirty="0"/>
                        <a:t>7</a:t>
                      </a:r>
                      <a:endParaRPr lang="en-IN" sz="1000" dirty="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Visual Analytics for Technology and Innovation Management: An Interaction Approach for Strategic Decision Making (2021/2022)</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Uses visual analytics and interaction techniques to support strategic decision-making.</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Focuses on technology and innovation management.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visual analytics for decision-making</a:t>
                      </a:r>
                      <a:r>
                        <a:rPr lang="en-IN" sz="1000"/>
                        <a: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27607579"/>
                  </a:ext>
                </a:extLst>
              </a:tr>
              <a:tr h="820496">
                <a:tc>
                  <a:txBody>
                    <a:bodyPr/>
                    <a:lstStyle/>
                    <a:p>
                      <a:pPr algn="r">
                        <a:buNone/>
                      </a:pPr>
                      <a:r>
                        <a:rPr lang="en-IN" sz="1000" b="1"/>
                        <a:t>8</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The Use of Multi-Criteria Decision-Making Methods in Business Analytics: A Comprehensive Literature Review (2022)</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Reviews how multi-criteria decision-making methods are used within business analytics.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Focuses specifically on multi-criteria decision-making methods.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decision analytics</a:t>
                      </a:r>
                      <a:r>
                        <a:rPr lang="en-IN" sz="1000"/>
                        <a: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037919866"/>
                  </a:ext>
                </a:extLst>
              </a:tr>
              <a:tr h="741093">
                <a:tc>
                  <a:txBody>
                    <a:bodyPr/>
                    <a:lstStyle/>
                    <a:p>
                      <a:pPr algn="r">
                        <a:buNone/>
                      </a:pPr>
                      <a:r>
                        <a:rPr lang="en-IN" sz="1000" b="1"/>
                        <a:t>9</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Towards Data-Driven Decision Making: The Role of Analytical Culture and Centralization Efforts (2023)</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Examines how business analytics and analytical culture influence data-driven decision-making.</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Based on organizational survey data and managerial contexts.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Supports </a:t>
                      </a:r>
                      <a:r>
                        <a:rPr lang="en-IN" sz="1000" b="1"/>
                        <a:t>data-driven decision-making</a:t>
                      </a:r>
                      <a:r>
                        <a:rPr lang="en-IN" sz="1000"/>
                        <a: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563435895"/>
                  </a:ext>
                </a:extLst>
              </a:tr>
              <a:tr h="979302">
                <a:tc>
                  <a:txBody>
                    <a:bodyPr/>
                    <a:lstStyle/>
                    <a:p>
                      <a:pPr algn="r">
                        <a:buNone/>
                      </a:pPr>
                      <a:r>
                        <a:rPr lang="en-IN" sz="1000" b="1"/>
                        <a:t>10</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b="1"/>
                        <a:t>The Interplay Between Data-Driven Decision-Making and Digitalization: A Firm-Level Survey of the Italian and U.S. Automotive Industries (2023)</a:t>
                      </a:r>
                      <a:endParaRPr lang="en-IN" sz="1000"/>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Examines the relationship between digitalization and data-driven decision-making in firms.</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a:t>Focuses on the automotive industry.</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a:txBody>
                    <a:bodyPr/>
                    <a:lstStyle/>
                    <a:p>
                      <a:pPr>
                        <a:buNone/>
                      </a:pPr>
                      <a:r>
                        <a:rPr lang="en-IN" sz="1000" dirty="0"/>
                        <a:t>Supports </a:t>
                      </a:r>
                      <a:r>
                        <a:rPr lang="en-IN" sz="1000" b="1" dirty="0"/>
                        <a:t>data-driven business decisions</a:t>
                      </a:r>
                      <a:r>
                        <a:rPr lang="en-IN" sz="1000" dirty="0"/>
                        <a:t>.</a:t>
                      </a:r>
                    </a:p>
                  </a:txBody>
                  <a:tcPr marL="26468" marR="26468" marT="13234" marB="1323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53076998"/>
                  </a:ext>
                </a:extLst>
              </a:tr>
            </a:tbl>
          </a:graphicData>
        </a:graphic>
      </p:graphicFrame>
    </p:spTree>
    <p:extLst>
      <p:ext uri="{BB962C8B-B14F-4D97-AF65-F5344CB8AC3E}">
        <p14:creationId xmlns:p14="http://schemas.microsoft.com/office/powerpoint/2010/main" val="3752862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48640"/>
          </a:xfrm>
          <a:prstGeom prst="rect">
            <a:avLst/>
          </a:prstGeom>
          <a:noFill/>
        </p:spPr>
        <p:txBody>
          <a:bodyPr wrap="none">
            <a:spAutoFit/>
          </a:bodyPr>
          <a:lstStyle/>
          <a:p>
            <a:pPr>
              <a:defRPr sz="2700" b="1">
                <a:solidFill>
                  <a:srgbClr val="121F35"/>
                </a:solidFill>
              </a:defRPr>
            </a:pPr>
            <a:r>
              <a:t>Research Gap Identification</a:t>
            </a:r>
          </a:p>
        </p:txBody>
      </p:sp>
      <p:sp>
        <p:nvSpPr>
          <p:cNvPr id="16" name="TextBox 15"/>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06</a:t>
            </a:r>
          </a:p>
        </p:txBody>
      </p:sp>
      <p:sp>
        <p:nvSpPr>
          <p:cNvPr id="20" name="TextBox 19">
            <a:extLst>
              <a:ext uri="{FF2B5EF4-FFF2-40B4-BE49-F238E27FC236}">
                <a16:creationId xmlns:a16="http://schemas.microsoft.com/office/drawing/2014/main" id="{ABD9043A-27AA-9351-B494-F4FE5BFFD100}"/>
              </a:ext>
            </a:extLst>
          </p:cNvPr>
          <p:cNvSpPr txBox="1"/>
          <p:nvPr/>
        </p:nvSpPr>
        <p:spPr>
          <a:xfrm>
            <a:off x="782515" y="1773511"/>
            <a:ext cx="10098845" cy="2862322"/>
          </a:xfrm>
          <a:prstGeom prst="rect">
            <a:avLst/>
          </a:prstGeom>
          <a:noFill/>
        </p:spPr>
        <p:txBody>
          <a:bodyPr wrap="square">
            <a:spAutoFit/>
          </a:bodyPr>
          <a:lstStyle/>
          <a:p>
            <a:pPr marL="342900" lvl="0" indent="-342900">
              <a:buFont typeface="Arial" panose="020B0604020202020204" pitchFamily="34" charset="0"/>
              <a:buChar char="•"/>
            </a:pPr>
            <a:r>
              <a:rPr lang="en-IN" b="1" dirty="0"/>
              <a:t>Limited Integration of Data Storytelling:</a:t>
            </a:r>
            <a:r>
              <a:rPr lang="en-IN" dirty="0"/>
              <a:t> Existing data analytics approaches often focus separately on data analysis, visualization, or dashboards rather than combining them into a connected data story. </a:t>
            </a:r>
          </a:p>
          <a:p>
            <a:pPr marL="342900" lvl="0" indent="-342900">
              <a:buFont typeface="Arial" panose="020B0604020202020204" pitchFamily="34" charset="0"/>
              <a:buChar char="•"/>
            </a:pPr>
            <a:r>
              <a:rPr lang="en-IN" b="1" dirty="0"/>
              <a:t>Limited Connection Between Insights:</a:t>
            </a:r>
            <a:r>
              <a:rPr lang="en-IN" dirty="0"/>
              <a:t> Multiple charts and analytical results are often presented independently, making it difficult to connect trends, comparisons, and relationships into a meaningful narrative. </a:t>
            </a:r>
          </a:p>
          <a:p>
            <a:pPr marL="342900" lvl="0" indent="-342900">
              <a:buFont typeface="Arial" panose="020B0604020202020204" pitchFamily="34" charset="0"/>
              <a:buChar char="•"/>
            </a:pPr>
            <a:r>
              <a:rPr lang="en-IN" b="1" dirty="0"/>
              <a:t>Limited Human-Guided Interpretation:</a:t>
            </a:r>
            <a:r>
              <a:rPr lang="en-IN" dirty="0"/>
              <a:t> Existing visualization tools present analytical results, but there is scope for users to interpret and explain the key findings as structured data stories. </a:t>
            </a:r>
          </a:p>
          <a:p>
            <a:pPr marL="342900" lvl="0" indent="-342900">
              <a:buFont typeface="Arial" panose="020B0604020202020204" pitchFamily="34" charset="0"/>
              <a:buChar char="•"/>
            </a:pPr>
            <a:r>
              <a:rPr lang="en-IN" b="1" dirty="0"/>
              <a:t>Limited Interactive Decision Analytics:</a:t>
            </a:r>
            <a:r>
              <a:rPr lang="en-IN" dirty="0"/>
              <a:t> There is scope for an interactive platform that combines </a:t>
            </a:r>
            <a:r>
              <a:rPr lang="en-IN" b="1" dirty="0"/>
              <a:t>data analysis, visualization, storytelling, and actionable insights</a:t>
            </a:r>
            <a:r>
              <a:rPr lang="en-IN" dirty="0"/>
              <a:t> to support better data-driven decision-making.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48640"/>
          </a:xfrm>
          <a:prstGeom prst="rect">
            <a:avLst/>
          </a:prstGeom>
          <a:noFill/>
        </p:spPr>
        <p:txBody>
          <a:bodyPr wrap="none">
            <a:spAutoFit/>
          </a:bodyPr>
          <a:lstStyle/>
          <a:p>
            <a:pPr>
              <a:defRPr sz="2700" b="1">
                <a:solidFill>
                  <a:srgbClr val="121F35"/>
                </a:solidFill>
              </a:defRPr>
            </a:pPr>
            <a:r>
              <a:t>Proposed Innovation</a:t>
            </a:r>
          </a:p>
        </p:txBody>
      </p:sp>
      <p:sp>
        <p:nvSpPr>
          <p:cNvPr id="4" name="TextBox 3"/>
          <p:cNvSpPr txBox="1"/>
          <p:nvPr/>
        </p:nvSpPr>
        <p:spPr>
          <a:xfrm>
            <a:off x="731520" y="1325880"/>
            <a:ext cx="10789920" cy="4846320"/>
          </a:xfrm>
          <a:prstGeom prst="rect">
            <a:avLst/>
          </a:prstGeom>
          <a:noFill/>
        </p:spPr>
        <p:txBody>
          <a:bodyPr wrap="square">
            <a:spAutoFit/>
          </a:bodyPr>
          <a:lstStyle/>
          <a:p>
            <a:pPr>
              <a:spcAft>
                <a:spcPts val="1200"/>
              </a:spcAft>
              <a:defRPr sz="1600">
                <a:solidFill>
                  <a:srgbClr val="1E293B"/>
                </a:solidFill>
              </a:defRPr>
            </a:pPr>
            <a:r>
              <a:t>• Interactive storytelling – connect multiple visualizations into a complete analytical story.</a:t>
            </a:r>
          </a:p>
          <a:p>
            <a:pPr>
              <a:spcAft>
                <a:spcPts val="1200"/>
              </a:spcAft>
              <a:defRPr sz="1600">
                <a:solidFill>
                  <a:srgbClr val="1E293B"/>
                </a:solidFill>
              </a:defRPr>
            </a:pPr>
            <a:r>
              <a:t>• Human-guided interpretation – explain why important patterns occur.</a:t>
            </a:r>
          </a:p>
          <a:p>
            <a:pPr>
              <a:spcAft>
                <a:spcPts val="1200"/>
              </a:spcAft>
              <a:defRPr sz="1600">
                <a:solidFill>
                  <a:srgbClr val="1E293B"/>
                </a:solidFill>
              </a:defRPr>
            </a:pPr>
            <a:r>
              <a:t>• Multi-dimensional analysis – combine trends, comparisons, customer behaviour and product performance.</a:t>
            </a:r>
          </a:p>
          <a:p>
            <a:pPr>
              <a:spcAft>
                <a:spcPts val="1200"/>
              </a:spcAft>
              <a:defRPr sz="1600">
                <a:solidFill>
                  <a:srgbClr val="1E293B"/>
                </a:solidFill>
              </a:defRPr>
            </a:pPr>
            <a:r>
              <a:t>• Interactive exploration – filters, slicers, drill-downs and dashboards.</a:t>
            </a:r>
          </a:p>
          <a:p>
            <a:pPr>
              <a:spcAft>
                <a:spcPts val="1200"/>
              </a:spcAft>
              <a:defRPr sz="1600">
                <a:solidFill>
                  <a:srgbClr val="1E293B"/>
                </a:solidFill>
              </a:defRPr>
            </a:pPr>
            <a:r>
              <a:t>• Actionable insights – convert findings into understandable business recommendations.</a:t>
            </a:r>
          </a:p>
          <a:p>
            <a:pPr>
              <a:spcAft>
                <a:spcPts val="1200"/>
              </a:spcAft>
              <a:defRPr sz="1600">
                <a:solidFill>
                  <a:srgbClr val="1E293B"/>
                </a:solidFill>
              </a:defRPr>
            </a:pPr>
            <a:r>
              <a:t>• Domain-independent approach – methodology can be applied to different datasets and domains.</a:t>
            </a:r>
          </a:p>
        </p:txBody>
      </p:sp>
      <p:sp>
        <p:nvSpPr>
          <p:cNvPr id="5" name="TextBox 4"/>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48640"/>
          </a:xfrm>
          <a:prstGeom prst="rect">
            <a:avLst/>
          </a:prstGeom>
          <a:noFill/>
        </p:spPr>
        <p:txBody>
          <a:bodyPr wrap="none">
            <a:spAutoFit/>
          </a:bodyPr>
          <a:lstStyle/>
          <a:p>
            <a:pPr>
              <a:defRPr sz="2700" b="1">
                <a:solidFill>
                  <a:srgbClr val="121F35"/>
                </a:solidFill>
              </a:defRPr>
            </a:pPr>
            <a:r>
              <a:t>Proposed System / Methodology</a:t>
            </a:r>
          </a:p>
        </p:txBody>
      </p:sp>
      <p:sp>
        <p:nvSpPr>
          <p:cNvPr id="4" name="Rounded Rectangle 3"/>
          <p:cNvSpPr/>
          <p:nvPr/>
        </p:nvSpPr>
        <p:spPr>
          <a:xfrm>
            <a:off x="594360" y="164592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94360" y="1645920"/>
            <a:ext cx="201168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810512"/>
            <a:ext cx="1645920" cy="411480"/>
          </a:xfrm>
          <a:prstGeom prst="rect">
            <a:avLst/>
          </a:prstGeom>
          <a:noFill/>
        </p:spPr>
        <p:txBody>
          <a:bodyPr wrap="none">
            <a:spAutoFit/>
          </a:bodyPr>
          <a:lstStyle/>
          <a:p>
            <a:pPr>
              <a:defRPr sz="1600" b="1">
                <a:solidFill>
                  <a:srgbClr val="121F35"/>
                </a:solidFill>
              </a:defRPr>
            </a:pPr>
            <a:r>
              <a:t>Dataset Selection</a:t>
            </a:r>
          </a:p>
        </p:txBody>
      </p:sp>
      <p:sp>
        <p:nvSpPr>
          <p:cNvPr id="7" name="TextBox 6"/>
          <p:cNvSpPr txBox="1"/>
          <p:nvPr/>
        </p:nvSpPr>
        <p:spPr>
          <a:xfrm>
            <a:off x="777240" y="2286000"/>
            <a:ext cx="1645920" cy="45720"/>
          </a:xfrm>
          <a:prstGeom prst="rect">
            <a:avLst/>
          </a:prstGeom>
          <a:noFill/>
        </p:spPr>
        <p:txBody>
          <a:bodyPr wrap="square">
            <a:spAutoFit/>
          </a:bodyPr>
          <a:lstStyle/>
          <a:p>
            <a:pPr>
              <a:defRPr sz="1250">
                <a:solidFill>
                  <a:srgbClr val="1E293B"/>
                </a:solidFill>
              </a:defRPr>
            </a:pPr>
            <a:endParaRPr/>
          </a:p>
        </p:txBody>
      </p:sp>
      <p:sp>
        <p:nvSpPr>
          <p:cNvPr id="8" name="Rounded Rectangle 7"/>
          <p:cNvSpPr/>
          <p:nvPr/>
        </p:nvSpPr>
        <p:spPr>
          <a:xfrm>
            <a:off x="2880360" y="164592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880360" y="1645920"/>
            <a:ext cx="20116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063240" y="1810512"/>
            <a:ext cx="1645920" cy="411480"/>
          </a:xfrm>
          <a:prstGeom prst="rect">
            <a:avLst/>
          </a:prstGeom>
          <a:noFill/>
        </p:spPr>
        <p:txBody>
          <a:bodyPr wrap="none">
            <a:spAutoFit/>
          </a:bodyPr>
          <a:lstStyle/>
          <a:p>
            <a:pPr>
              <a:defRPr sz="1600" b="1">
                <a:solidFill>
                  <a:srgbClr val="121F35"/>
                </a:solidFill>
              </a:defRPr>
            </a:pPr>
            <a:r>
              <a:t>Data Collection</a:t>
            </a:r>
          </a:p>
        </p:txBody>
      </p:sp>
      <p:sp>
        <p:nvSpPr>
          <p:cNvPr id="11" name="TextBox 10"/>
          <p:cNvSpPr txBox="1"/>
          <p:nvPr/>
        </p:nvSpPr>
        <p:spPr>
          <a:xfrm>
            <a:off x="3063240" y="2286000"/>
            <a:ext cx="1645920" cy="45720"/>
          </a:xfrm>
          <a:prstGeom prst="rect">
            <a:avLst/>
          </a:prstGeom>
          <a:noFill/>
        </p:spPr>
        <p:txBody>
          <a:bodyPr wrap="square">
            <a:spAutoFit/>
          </a:bodyPr>
          <a:lstStyle/>
          <a:p>
            <a:pPr>
              <a:defRPr sz="1250">
                <a:solidFill>
                  <a:srgbClr val="1E293B"/>
                </a:solidFill>
              </a:defRPr>
            </a:pPr>
            <a:endParaRPr/>
          </a:p>
        </p:txBody>
      </p:sp>
      <p:sp>
        <p:nvSpPr>
          <p:cNvPr id="12" name="Rounded Rectangle 11"/>
          <p:cNvSpPr/>
          <p:nvPr/>
        </p:nvSpPr>
        <p:spPr>
          <a:xfrm>
            <a:off x="5166360" y="164592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166360" y="1645920"/>
            <a:ext cx="20116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349240" y="1810512"/>
            <a:ext cx="1645920" cy="411480"/>
          </a:xfrm>
          <a:prstGeom prst="rect">
            <a:avLst/>
          </a:prstGeom>
          <a:noFill/>
        </p:spPr>
        <p:txBody>
          <a:bodyPr wrap="none">
            <a:spAutoFit/>
          </a:bodyPr>
          <a:lstStyle/>
          <a:p>
            <a:pPr>
              <a:defRPr sz="1600" b="1">
                <a:solidFill>
                  <a:srgbClr val="121F35"/>
                </a:solidFill>
              </a:defRPr>
            </a:pPr>
            <a:r>
              <a:t>Validation</a:t>
            </a:r>
          </a:p>
        </p:txBody>
      </p:sp>
      <p:sp>
        <p:nvSpPr>
          <p:cNvPr id="15" name="TextBox 14"/>
          <p:cNvSpPr txBox="1"/>
          <p:nvPr/>
        </p:nvSpPr>
        <p:spPr>
          <a:xfrm>
            <a:off x="5349240" y="2286000"/>
            <a:ext cx="1645920" cy="45720"/>
          </a:xfrm>
          <a:prstGeom prst="rect">
            <a:avLst/>
          </a:prstGeom>
          <a:noFill/>
        </p:spPr>
        <p:txBody>
          <a:bodyPr wrap="square">
            <a:spAutoFit/>
          </a:bodyPr>
          <a:lstStyle/>
          <a:p>
            <a:pPr>
              <a:defRPr sz="1250">
                <a:solidFill>
                  <a:srgbClr val="1E293B"/>
                </a:solidFill>
              </a:defRPr>
            </a:pPr>
            <a:endParaRPr/>
          </a:p>
        </p:txBody>
      </p:sp>
      <p:sp>
        <p:nvSpPr>
          <p:cNvPr id="16" name="Rounded Rectangle 15"/>
          <p:cNvSpPr/>
          <p:nvPr/>
        </p:nvSpPr>
        <p:spPr>
          <a:xfrm>
            <a:off x="7452360" y="164592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452360" y="1645920"/>
            <a:ext cx="201168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35240" y="1810512"/>
            <a:ext cx="1645920" cy="411480"/>
          </a:xfrm>
          <a:prstGeom prst="rect">
            <a:avLst/>
          </a:prstGeom>
          <a:noFill/>
        </p:spPr>
        <p:txBody>
          <a:bodyPr wrap="none">
            <a:spAutoFit/>
          </a:bodyPr>
          <a:lstStyle/>
          <a:p>
            <a:pPr>
              <a:defRPr sz="1600" b="1">
                <a:solidFill>
                  <a:srgbClr val="121F35"/>
                </a:solidFill>
              </a:defRPr>
            </a:pPr>
            <a:r>
              <a:t>Cleaning</a:t>
            </a:r>
          </a:p>
        </p:txBody>
      </p:sp>
      <p:sp>
        <p:nvSpPr>
          <p:cNvPr id="19" name="TextBox 18"/>
          <p:cNvSpPr txBox="1"/>
          <p:nvPr/>
        </p:nvSpPr>
        <p:spPr>
          <a:xfrm>
            <a:off x="7635240" y="2286000"/>
            <a:ext cx="1645920" cy="45720"/>
          </a:xfrm>
          <a:prstGeom prst="rect">
            <a:avLst/>
          </a:prstGeom>
          <a:noFill/>
        </p:spPr>
        <p:txBody>
          <a:bodyPr wrap="square">
            <a:spAutoFit/>
          </a:bodyPr>
          <a:lstStyle/>
          <a:p>
            <a:pPr>
              <a:defRPr sz="1250">
                <a:solidFill>
                  <a:srgbClr val="1E293B"/>
                </a:solidFill>
              </a:defRPr>
            </a:pPr>
            <a:endParaRPr/>
          </a:p>
        </p:txBody>
      </p:sp>
      <p:sp>
        <p:nvSpPr>
          <p:cNvPr id="20" name="Rounded Rectangle 19"/>
          <p:cNvSpPr/>
          <p:nvPr/>
        </p:nvSpPr>
        <p:spPr>
          <a:xfrm>
            <a:off x="9738360" y="164592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738360" y="1645920"/>
            <a:ext cx="20116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921240" y="1810512"/>
            <a:ext cx="1645920" cy="411480"/>
          </a:xfrm>
          <a:prstGeom prst="rect">
            <a:avLst/>
          </a:prstGeom>
          <a:noFill/>
        </p:spPr>
        <p:txBody>
          <a:bodyPr wrap="none">
            <a:spAutoFit/>
          </a:bodyPr>
          <a:lstStyle/>
          <a:p>
            <a:pPr>
              <a:defRPr sz="1600" b="1">
                <a:solidFill>
                  <a:srgbClr val="121F35"/>
                </a:solidFill>
              </a:defRPr>
            </a:pPr>
            <a:r>
              <a:t>EDA</a:t>
            </a:r>
          </a:p>
        </p:txBody>
      </p:sp>
      <p:sp>
        <p:nvSpPr>
          <p:cNvPr id="23" name="TextBox 22"/>
          <p:cNvSpPr txBox="1"/>
          <p:nvPr/>
        </p:nvSpPr>
        <p:spPr>
          <a:xfrm>
            <a:off x="9921240" y="2286000"/>
            <a:ext cx="1645920" cy="45720"/>
          </a:xfrm>
          <a:prstGeom prst="rect">
            <a:avLst/>
          </a:prstGeom>
          <a:noFill/>
        </p:spPr>
        <p:txBody>
          <a:bodyPr wrap="square">
            <a:spAutoFit/>
          </a:bodyPr>
          <a:lstStyle/>
          <a:p>
            <a:pPr>
              <a:defRPr sz="1250">
                <a:solidFill>
                  <a:srgbClr val="1E293B"/>
                </a:solidFill>
              </a:defRPr>
            </a:pPr>
            <a:endParaRPr/>
          </a:p>
        </p:txBody>
      </p:sp>
      <p:sp>
        <p:nvSpPr>
          <p:cNvPr id="24" name="Rounded Rectangle 23"/>
          <p:cNvSpPr/>
          <p:nvPr/>
        </p:nvSpPr>
        <p:spPr>
          <a:xfrm>
            <a:off x="594360" y="288036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94360" y="2880360"/>
            <a:ext cx="20116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 y="3044952"/>
            <a:ext cx="1645920" cy="411480"/>
          </a:xfrm>
          <a:prstGeom prst="rect">
            <a:avLst/>
          </a:prstGeom>
          <a:noFill/>
        </p:spPr>
        <p:txBody>
          <a:bodyPr wrap="none">
            <a:spAutoFit/>
          </a:bodyPr>
          <a:lstStyle/>
          <a:p>
            <a:pPr>
              <a:defRPr sz="1600" b="1">
                <a:solidFill>
                  <a:srgbClr val="121F35"/>
                </a:solidFill>
              </a:defRPr>
            </a:pPr>
            <a:r>
              <a:t>Statistical Analysis</a:t>
            </a:r>
          </a:p>
        </p:txBody>
      </p:sp>
      <p:sp>
        <p:nvSpPr>
          <p:cNvPr id="27" name="TextBox 26"/>
          <p:cNvSpPr txBox="1"/>
          <p:nvPr/>
        </p:nvSpPr>
        <p:spPr>
          <a:xfrm>
            <a:off x="777240" y="3520440"/>
            <a:ext cx="1645920" cy="45720"/>
          </a:xfrm>
          <a:prstGeom prst="rect">
            <a:avLst/>
          </a:prstGeom>
          <a:noFill/>
        </p:spPr>
        <p:txBody>
          <a:bodyPr wrap="square">
            <a:spAutoFit/>
          </a:bodyPr>
          <a:lstStyle/>
          <a:p>
            <a:pPr>
              <a:defRPr sz="1250">
                <a:solidFill>
                  <a:srgbClr val="1E293B"/>
                </a:solidFill>
              </a:defRPr>
            </a:pPr>
            <a:endParaRPr/>
          </a:p>
        </p:txBody>
      </p:sp>
      <p:sp>
        <p:nvSpPr>
          <p:cNvPr id="28" name="Rounded Rectangle 27"/>
          <p:cNvSpPr/>
          <p:nvPr/>
        </p:nvSpPr>
        <p:spPr>
          <a:xfrm>
            <a:off x="2880360" y="288036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880360" y="2880360"/>
            <a:ext cx="201168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063240" y="3044952"/>
            <a:ext cx="1645920" cy="411480"/>
          </a:xfrm>
          <a:prstGeom prst="rect">
            <a:avLst/>
          </a:prstGeom>
          <a:noFill/>
        </p:spPr>
        <p:txBody>
          <a:bodyPr wrap="none">
            <a:spAutoFit/>
          </a:bodyPr>
          <a:lstStyle/>
          <a:p>
            <a:pPr>
              <a:defRPr sz="1600" b="1">
                <a:solidFill>
                  <a:srgbClr val="121F35"/>
                </a:solidFill>
              </a:defRPr>
            </a:pPr>
            <a:r>
              <a:t>Feature Engineering</a:t>
            </a:r>
          </a:p>
        </p:txBody>
      </p:sp>
      <p:sp>
        <p:nvSpPr>
          <p:cNvPr id="31" name="TextBox 30"/>
          <p:cNvSpPr txBox="1"/>
          <p:nvPr/>
        </p:nvSpPr>
        <p:spPr>
          <a:xfrm>
            <a:off x="3063240" y="3520440"/>
            <a:ext cx="1645920" cy="45720"/>
          </a:xfrm>
          <a:prstGeom prst="rect">
            <a:avLst/>
          </a:prstGeom>
          <a:noFill/>
        </p:spPr>
        <p:txBody>
          <a:bodyPr wrap="square">
            <a:spAutoFit/>
          </a:bodyPr>
          <a:lstStyle/>
          <a:p>
            <a:pPr>
              <a:defRPr sz="1250">
                <a:solidFill>
                  <a:srgbClr val="1E293B"/>
                </a:solidFill>
              </a:defRPr>
            </a:pPr>
            <a:endParaRPr/>
          </a:p>
        </p:txBody>
      </p:sp>
      <p:sp>
        <p:nvSpPr>
          <p:cNvPr id="32" name="Rounded Rectangle 31"/>
          <p:cNvSpPr/>
          <p:nvPr/>
        </p:nvSpPr>
        <p:spPr>
          <a:xfrm>
            <a:off x="5166360" y="288036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166360" y="2880360"/>
            <a:ext cx="20116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349240" y="3044952"/>
            <a:ext cx="1645920" cy="411480"/>
          </a:xfrm>
          <a:prstGeom prst="rect">
            <a:avLst/>
          </a:prstGeom>
          <a:noFill/>
        </p:spPr>
        <p:txBody>
          <a:bodyPr wrap="none">
            <a:spAutoFit/>
          </a:bodyPr>
          <a:lstStyle/>
          <a:p>
            <a:pPr>
              <a:defRPr sz="1600" b="1">
                <a:solidFill>
                  <a:srgbClr val="121F35"/>
                </a:solidFill>
              </a:defRPr>
            </a:pPr>
            <a:r>
              <a:t>Visualization</a:t>
            </a:r>
          </a:p>
        </p:txBody>
      </p:sp>
      <p:sp>
        <p:nvSpPr>
          <p:cNvPr id="35" name="TextBox 34"/>
          <p:cNvSpPr txBox="1"/>
          <p:nvPr/>
        </p:nvSpPr>
        <p:spPr>
          <a:xfrm>
            <a:off x="5349240" y="3520440"/>
            <a:ext cx="1645920" cy="45720"/>
          </a:xfrm>
          <a:prstGeom prst="rect">
            <a:avLst/>
          </a:prstGeom>
          <a:noFill/>
        </p:spPr>
        <p:txBody>
          <a:bodyPr wrap="square">
            <a:spAutoFit/>
          </a:bodyPr>
          <a:lstStyle/>
          <a:p>
            <a:pPr>
              <a:defRPr sz="1250">
                <a:solidFill>
                  <a:srgbClr val="1E293B"/>
                </a:solidFill>
              </a:defRPr>
            </a:pPr>
            <a:endParaRPr/>
          </a:p>
        </p:txBody>
      </p:sp>
      <p:sp>
        <p:nvSpPr>
          <p:cNvPr id="36" name="Rounded Rectangle 35"/>
          <p:cNvSpPr/>
          <p:nvPr/>
        </p:nvSpPr>
        <p:spPr>
          <a:xfrm>
            <a:off x="7452360" y="288036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7452360" y="2880360"/>
            <a:ext cx="20116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635240" y="3044952"/>
            <a:ext cx="1645920" cy="411480"/>
          </a:xfrm>
          <a:prstGeom prst="rect">
            <a:avLst/>
          </a:prstGeom>
          <a:noFill/>
        </p:spPr>
        <p:txBody>
          <a:bodyPr wrap="none">
            <a:spAutoFit/>
          </a:bodyPr>
          <a:lstStyle/>
          <a:p>
            <a:pPr>
              <a:defRPr sz="1600" b="1">
                <a:solidFill>
                  <a:srgbClr val="121F35"/>
                </a:solidFill>
              </a:defRPr>
            </a:pPr>
            <a:r>
              <a:t>Interactive Dashboard</a:t>
            </a:r>
          </a:p>
        </p:txBody>
      </p:sp>
      <p:sp>
        <p:nvSpPr>
          <p:cNvPr id="39" name="TextBox 38"/>
          <p:cNvSpPr txBox="1"/>
          <p:nvPr/>
        </p:nvSpPr>
        <p:spPr>
          <a:xfrm>
            <a:off x="7635240" y="3520440"/>
            <a:ext cx="1645920" cy="45720"/>
          </a:xfrm>
          <a:prstGeom prst="rect">
            <a:avLst/>
          </a:prstGeom>
          <a:noFill/>
        </p:spPr>
        <p:txBody>
          <a:bodyPr wrap="square">
            <a:spAutoFit/>
          </a:bodyPr>
          <a:lstStyle/>
          <a:p>
            <a:pPr>
              <a:defRPr sz="1250">
                <a:solidFill>
                  <a:srgbClr val="1E293B"/>
                </a:solidFill>
              </a:defRPr>
            </a:pPr>
            <a:endParaRPr/>
          </a:p>
        </p:txBody>
      </p:sp>
      <p:sp>
        <p:nvSpPr>
          <p:cNvPr id="40" name="Rounded Rectangle 39"/>
          <p:cNvSpPr/>
          <p:nvPr/>
        </p:nvSpPr>
        <p:spPr>
          <a:xfrm>
            <a:off x="9738360" y="288036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9738360" y="2880360"/>
            <a:ext cx="201168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921240" y="3044952"/>
            <a:ext cx="1645920" cy="411480"/>
          </a:xfrm>
          <a:prstGeom prst="rect">
            <a:avLst/>
          </a:prstGeom>
          <a:noFill/>
        </p:spPr>
        <p:txBody>
          <a:bodyPr wrap="none">
            <a:spAutoFit/>
          </a:bodyPr>
          <a:lstStyle/>
          <a:p>
            <a:pPr>
              <a:defRPr sz="1600" b="1">
                <a:solidFill>
                  <a:srgbClr val="121F35"/>
                </a:solidFill>
              </a:defRPr>
            </a:pPr>
            <a:r>
              <a:t>Key Findings</a:t>
            </a:r>
          </a:p>
        </p:txBody>
      </p:sp>
      <p:sp>
        <p:nvSpPr>
          <p:cNvPr id="43" name="TextBox 42"/>
          <p:cNvSpPr txBox="1"/>
          <p:nvPr/>
        </p:nvSpPr>
        <p:spPr>
          <a:xfrm>
            <a:off x="9921240" y="3520440"/>
            <a:ext cx="1645920" cy="45720"/>
          </a:xfrm>
          <a:prstGeom prst="rect">
            <a:avLst/>
          </a:prstGeom>
          <a:noFill/>
        </p:spPr>
        <p:txBody>
          <a:bodyPr wrap="square">
            <a:spAutoFit/>
          </a:bodyPr>
          <a:lstStyle/>
          <a:p>
            <a:pPr>
              <a:defRPr sz="1250">
                <a:solidFill>
                  <a:srgbClr val="1E293B"/>
                </a:solidFill>
              </a:defRPr>
            </a:pPr>
            <a:endParaRPr/>
          </a:p>
        </p:txBody>
      </p:sp>
      <p:sp>
        <p:nvSpPr>
          <p:cNvPr id="44" name="Rounded Rectangle 43"/>
          <p:cNvSpPr/>
          <p:nvPr/>
        </p:nvSpPr>
        <p:spPr>
          <a:xfrm>
            <a:off x="594360" y="411480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594360" y="4114800"/>
            <a:ext cx="20116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7240" y="4279392"/>
            <a:ext cx="1645920" cy="411480"/>
          </a:xfrm>
          <a:prstGeom prst="rect">
            <a:avLst/>
          </a:prstGeom>
          <a:noFill/>
        </p:spPr>
        <p:txBody>
          <a:bodyPr wrap="none">
            <a:spAutoFit/>
          </a:bodyPr>
          <a:lstStyle/>
          <a:p>
            <a:pPr>
              <a:defRPr sz="1600" b="1">
                <a:solidFill>
                  <a:srgbClr val="121F35"/>
                </a:solidFill>
              </a:defRPr>
            </a:pPr>
            <a:r>
              <a:t>Interpretation</a:t>
            </a:r>
          </a:p>
        </p:txBody>
      </p:sp>
      <p:sp>
        <p:nvSpPr>
          <p:cNvPr id="47" name="TextBox 46"/>
          <p:cNvSpPr txBox="1"/>
          <p:nvPr/>
        </p:nvSpPr>
        <p:spPr>
          <a:xfrm>
            <a:off x="777240" y="4754880"/>
            <a:ext cx="1645920" cy="45720"/>
          </a:xfrm>
          <a:prstGeom prst="rect">
            <a:avLst/>
          </a:prstGeom>
          <a:noFill/>
        </p:spPr>
        <p:txBody>
          <a:bodyPr wrap="square">
            <a:spAutoFit/>
          </a:bodyPr>
          <a:lstStyle/>
          <a:p>
            <a:pPr>
              <a:defRPr sz="1250">
                <a:solidFill>
                  <a:srgbClr val="1E293B"/>
                </a:solidFill>
              </a:defRPr>
            </a:pPr>
            <a:endParaRPr/>
          </a:p>
        </p:txBody>
      </p:sp>
      <p:sp>
        <p:nvSpPr>
          <p:cNvPr id="48" name="Rounded Rectangle 47"/>
          <p:cNvSpPr/>
          <p:nvPr/>
        </p:nvSpPr>
        <p:spPr>
          <a:xfrm>
            <a:off x="2880360" y="411480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2880360" y="4114800"/>
            <a:ext cx="20116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3063240" y="4279392"/>
            <a:ext cx="1645920" cy="411480"/>
          </a:xfrm>
          <a:prstGeom prst="rect">
            <a:avLst/>
          </a:prstGeom>
          <a:noFill/>
        </p:spPr>
        <p:txBody>
          <a:bodyPr wrap="none">
            <a:spAutoFit/>
          </a:bodyPr>
          <a:lstStyle/>
          <a:p>
            <a:pPr>
              <a:defRPr sz="1600" b="1">
                <a:solidFill>
                  <a:srgbClr val="121F35"/>
                </a:solidFill>
              </a:defRPr>
            </a:pPr>
            <a:r>
              <a:t>Data Storytelling</a:t>
            </a:r>
          </a:p>
        </p:txBody>
      </p:sp>
      <p:sp>
        <p:nvSpPr>
          <p:cNvPr id="51" name="TextBox 50"/>
          <p:cNvSpPr txBox="1"/>
          <p:nvPr/>
        </p:nvSpPr>
        <p:spPr>
          <a:xfrm>
            <a:off x="3063240" y="4754880"/>
            <a:ext cx="1645920" cy="45720"/>
          </a:xfrm>
          <a:prstGeom prst="rect">
            <a:avLst/>
          </a:prstGeom>
          <a:noFill/>
        </p:spPr>
        <p:txBody>
          <a:bodyPr wrap="square">
            <a:spAutoFit/>
          </a:bodyPr>
          <a:lstStyle/>
          <a:p>
            <a:pPr>
              <a:defRPr sz="1250">
                <a:solidFill>
                  <a:srgbClr val="1E293B"/>
                </a:solidFill>
              </a:defRPr>
            </a:pPr>
            <a:endParaRPr/>
          </a:p>
        </p:txBody>
      </p:sp>
      <p:sp>
        <p:nvSpPr>
          <p:cNvPr id="52" name="Rounded Rectangle 51"/>
          <p:cNvSpPr/>
          <p:nvPr/>
        </p:nvSpPr>
        <p:spPr>
          <a:xfrm>
            <a:off x="5166360" y="411480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5166360" y="4114800"/>
            <a:ext cx="201168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349240" y="4279392"/>
            <a:ext cx="1645920" cy="411480"/>
          </a:xfrm>
          <a:prstGeom prst="rect">
            <a:avLst/>
          </a:prstGeom>
          <a:noFill/>
        </p:spPr>
        <p:txBody>
          <a:bodyPr wrap="none">
            <a:spAutoFit/>
          </a:bodyPr>
          <a:lstStyle/>
          <a:p>
            <a:pPr>
              <a:defRPr sz="1600" b="1">
                <a:solidFill>
                  <a:srgbClr val="121F35"/>
                </a:solidFill>
              </a:defRPr>
            </a:pPr>
            <a:r>
              <a:t>Business Insights</a:t>
            </a:r>
          </a:p>
        </p:txBody>
      </p:sp>
      <p:sp>
        <p:nvSpPr>
          <p:cNvPr id="55" name="TextBox 54"/>
          <p:cNvSpPr txBox="1"/>
          <p:nvPr/>
        </p:nvSpPr>
        <p:spPr>
          <a:xfrm>
            <a:off x="5349240" y="4754880"/>
            <a:ext cx="1645920" cy="45720"/>
          </a:xfrm>
          <a:prstGeom prst="rect">
            <a:avLst/>
          </a:prstGeom>
          <a:noFill/>
        </p:spPr>
        <p:txBody>
          <a:bodyPr wrap="square">
            <a:spAutoFit/>
          </a:bodyPr>
          <a:lstStyle/>
          <a:p>
            <a:pPr>
              <a:defRPr sz="1250">
                <a:solidFill>
                  <a:srgbClr val="1E293B"/>
                </a:solidFill>
              </a:defRPr>
            </a:pPr>
            <a:endParaRPr/>
          </a:p>
        </p:txBody>
      </p:sp>
      <p:sp>
        <p:nvSpPr>
          <p:cNvPr id="56" name="Rounded Rectangle 55"/>
          <p:cNvSpPr/>
          <p:nvPr/>
        </p:nvSpPr>
        <p:spPr>
          <a:xfrm>
            <a:off x="7452360" y="4114800"/>
            <a:ext cx="2011680" cy="8229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7452360" y="4114800"/>
            <a:ext cx="20116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7635240" y="4279392"/>
            <a:ext cx="1645920" cy="411480"/>
          </a:xfrm>
          <a:prstGeom prst="rect">
            <a:avLst/>
          </a:prstGeom>
          <a:noFill/>
        </p:spPr>
        <p:txBody>
          <a:bodyPr wrap="none">
            <a:spAutoFit/>
          </a:bodyPr>
          <a:lstStyle/>
          <a:p>
            <a:pPr>
              <a:defRPr sz="1600" b="1">
                <a:solidFill>
                  <a:srgbClr val="121F35"/>
                </a:solidFill>
              </a:defRPr>
            </a:pPr>
            <a:r>
              <a:t>Decision Support</a:t>
            </a:r>
          </a:p>
        </p:txBody>
      </p:sp>
      <p:sp>
        <p:nvSpPr>
          <p:cNvPr id="59" name="TextBox 58"/>
          <p:cNvSpPr txBox="1"/>
          <p:nvPr/>
        </p:nvSpPr>
        <p:spPr>
          <a:xfrm>
            <a:off x="7635240" y="4754880"/>
            <a:ext cx="1645920" cy="45720"/>
          </a:xfrm>
          <a:prstGeom prst="rect">
            <a:avLst/>
          </a:prstGeom>
          <a:noFill/>
        </p:spPr>
        <p:txBody>
          <a:bodyPr wrap="square">
            <a:spAutoFit/>
          </a:bodyPr>
          <a:lstStyle/>
          <a:p>
            <a:pPr>
              <a:defRPr sz="1250">
                <a:solidFill>
                  <a:srgbClr val="1E293B"/>
                </a:solidFill>
              </a:defRPr>
            </a:pPr>
            <a:endParaRPr/>
          </a:p>
        </p:txBody>
      </p:sp>
      <p:sp>
        <p:nvSpPr>
          <p:cNvPr id="60" name="TextBox 59"/>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48640"/>
          </a:xfrm>
          <a:prstGeom prst="rect">
            <a:avLst/>
          </a:prstGeom>
          <a:noFill/>
        </p:spPr>
        <p:txBody>
          <a:bodyPr wrap="none">
            <a:spAutoFit/>
          </a:bodyPr>
          <a:lstStyle/>
          <a:p>
            <a:pPr>
              <a:defRPr sz="2700" b="1">
                <a:solidFill>
                  <a:srgbClr val="121F35"/>
                </a:solidFill>
              </a:defRPr>
            </a:pPr>
            <a:r>
              <a:t>Feasibility &amp; Technology</a:t>
            </a:r>
          </a:p>
        </p:txBody>
      </p:sp>
      <p:sp>
        <p:nvSpPr>
          <p:cNvPr id="4" name="Rounded Rectangle 3"/>
          <p:cNvSpPr/>
          <p:nvPr/>
        </p:nvSpPr>
        <p:spPr>
          <a:xfrm>
            <a:off x="640080" y="1417320"/>
            <a:ext cx="3474720" cy="2103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417320"/>
            <a:ext cx="347472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581912"/>
            <a:ext cx="3108960" cy="411480"/>
          </a:xfrm>
          <a:prstGeom prst="rect">
            <a:avLst/>
          </a:prstGeom>
          <a:noFill/>
        </p:spPr>
        <p:txBody>
          <a:bodyPr wrap="none">
            <a:spAutoFit/>
          </a:bodyPr>
          <a:lstStyle/>
          <a:p>
            <a:pPr>
              <a:defRPr sz="1600" b="1">
                <a:solidFill>
                  <a:srgbClr val="121F35"/>
                </a:solidFill>
              </a:defRPr>
            </a:pPr>
            <a:r>
              <a:t>Technical Feasibility</a:t>
            </a:r>
          </a:p>
        </p:txBody>
      </p:sp>
      <p:sp>
        <p:nvSpPr>
          <p:cNvPr id="7" name="TextBox 6"/>
          <p:cNvSpPr txBox="1"/>
          <p:nvPr/>
        </p:nvSpPr>
        <p:spPr>
          <a:xfrm>
            <a:off x="822959" y="2057400"/>
            <a:ext cx="3108960" cy="1325879"/>
          </a:xfrm>
          <a:prstGeom prst="rect">
            <a:avLst/>
          </a:prstGeom>
          <a:noFill/>
        </p:spPr>
        <p:txBody>
          <a:bodyPr wrap="square">
            <a:spAutoFit/>
          </a:bodyPr>
          <a:lstStyle/>
          <a:p>
            <a:pPr>
              <a:defRPr sz="1250">
                <a:solidFill>
                  <a:srgbClr val="1E293B"/>
                </a:solidFill>
              </a:defRPr>
            </a:pPr>
            <a:r>
              <a:t>Python, Pandas, NumPy, Plotly, Power BI, Flask, HTML, CSS and JavaScript.</a:t>
            </a:r>
          </a:p>
        </p:txBody>
      </p:sp>
      <p:sp>
        <p:nvSpPr>
          <p:cNvPr id="8" name="Rounded Rectangle 7"/>
          <p:cNvSpPr/>
          <p:nvPr/>
        </p:nvSpPr>
        <p:spPr>
          <a:xfrm>
            <a:off x="4343400" y="1417320"/>
            <a:ext cx="3474720" cy="2103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43400" y="1417320"/>
            <a:ext cx="347472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6280" y="1581912"/>
            <a:ext cx="3108960" cy="411480"/>
          </a:xfrm>
          <a:prstGeom prst="rect">
            <a:avLst/>
          </a:prstGeom>
          <a:noFill/>
        </p:spPr>
        <p:txBody>
          <a:bodyPr wrap="none">
            <a:spAutoFit/>
          </a:bodyPr>
          <a:lstStyle/>
          <a:p>
            <a:pPr>
              <a:defRPr sz="1600" b="1">
                <a:solidFill>
                  <a:srgbClr val="121F35"/>
                </a:solidFill>
              </a:defRPr>
            </a:pPr>
            <a:r>
              <a:t>Dataset Feasibility</a:t>
            </a:r>
          </a:p>
        </p:txBody>
      </p:sp>
      <p:sp>
        <p:nvSpPr>
          <p:cNvPr id="11" name="TextBox 10"/>
          <p:cNvSpPr txBox="1"/>
          <p:nvPr/>
        </p:nvSpPr>
        <p:spPr>
          <a:xfrm>
            <a:off x="4526280" y="2057400"/>
            <a:ext cx="3108960" cy="1325879"/>
          </a:xfrm>
          <a:prstGeom prst="rect">
            <a:avLst/>
          </a:prstGeom>
          <a:noFill/>
        </p:spPr>
        <p:txBody>
          <a:bodyPr wrap="square">
            <a:spAutoFit/>
          </a:bodyPr>
          <a:lstStyle/>
          <a:p>
            <a:pPr>
              <a:defRPr sz="1250">
                <a:solidFill>
                  <a:srgbClr val="1E293B"/>
                </a:solidFill>
              </a:defRPr>
            </a:pPr>
            <a:r>
              <a:t>Public datasets such as supermarket sales and other business datasets support analysis and comparison.</a:t>
            </a:r>
          </a:p>
        </p:txBody>
      </p:sp>
      <p:sp>
        <p:nvSpPr>
          <p:cNvPr id="12" name="Rounded Rectangle 11"/>
          <p:cNvSpPr/>
          <p:nvPr/>
        </p:nvSpPr>
        <p:spPr>
          <a:xfrm>
            <a:off x="8046720" y="1417320"/>
            <a:ext cx="3474720" cy="210312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20" y="1417320"/>
            <a:ext cx="347472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0" y="1581912"/>
            <a:ext cx="3108960" cy="411480"/>
          </a:xfrm>
          <a:prstGeom prst="rect">
            <a:avLst/>
          </a:prstGeom>
          <a:noFill/>
        </p:spPr>
        <p:txBody>
          <a:bodyPr wrap="none">
            <a:spAutoFit/>
          </a:bodyPr>
          <a:lstStyle/>
          <a:p>
            <a:pPr>
              <a:defRPr sz="1600" b="1">
                <a:solidFill>
                  <a:srgbClr val="121F35"/>
                </a:solidFill>
              </a:defRPr>
            </a:pPr>
            <a:r>
              <a:t>Computational Feasibility</a:t>
            </a:r>
          </a:p>
        </p:txBody>
      </p:sp>
      <p:sp>
        <p:nvSpPr>
          <p:cNvPr id="15" name="TextBox 14"/>
          <p:cNvSpPr txBox="1"/>
          <p:nvPr/>
        </p:nvSpPr>
        <p:spPr>
          <a:xfrm>
            <a:off x="8229600" y="2057400"/>
            <a:ext cx="3108960" cy="1325879"/>
          </a:xfrm>
          <a:prstGeom prst="rect">
            <a:avLst/>
          </a:prstGeom>
          <a:noFill/>
        </p:spPr>
        <p:txBody>
          <a:bodyPr wrap="square">
            <a:spAutoFit/>
          </a:bodyPr>
          <a:lstStyle/>
          <a:p>
            <a:pPr>
              <a:defRPr sz="1250">
                <a:solidFill>
                  <a:srgbClr val="1E293B"/>
                </a:solidFill>
              </a:defRPr>
            </a:pPr>
            <a:r>
              <a:t>Can be developed using standard student-level computing resources.</a:t>
            </a:r>
          </a:p>
        </p:txBody>
      </p:sp>
      <p:sp>
        <p:nvSpPr>
          <p:cNvPr id="16" name="Rounded Rectangle 15"/>
          <p:cNvSpPr/>
          <p:nvPr/>
        </p:nvSpPr>
        <p:spPr>
          <a:xfrm>
            <a:off x="2514600" y="3840480"/>
            <a:ext cx="7132320" cy="155448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514600" y="3840480"/>
            <a:ext cx="713232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697480" y="4005072"/>
            <a:ext cx="6766559" cy="411480"/>
          </a:xfrm>
          <a:prstGeom prst="rect">
            <a:avLst/>
          </a:prstGeom>
          <a:noFill/>
        </p:spPr>
        <p:txBody>
          <a:bodyPr wrap="none">
            <a:spAutoFit/>
          </a:bodyPr>
          <a:lstStyle/>
          <a:p>
            <a:pPr>
              <a:defRPr sz="1600" b="1">
                <a:solidFill>
                  <a:srgbClr val="121F35"/>
                </a:solidFill>
              </a:defRPr>
            </a:pPr>
            <a:r>
              <a:t>Time Feasibility</a:t>
            </a:r>
          </a:p>
        </p:txBody>
      </p:sp>
      <p:sp>
        <p:nvSpPr>
          <p:cNvPr id="19" name="TextBox 18"/>
          <p:cNvSpPr txBox="1"/>
          <p:nvPr/>
        </p:nvSpPr>
        <p:spPr>
          <a:xfrm>
            <a:off x="2697480" y="4480560"/>
            <a:ext cx="6766559" cy="777240"/>
          </a:xfrm>
          <a:prstGeom prst="rect">
            <a:avLst/>
          </a:prstGeom>
          <a:noFill/>
        </p:spPr>
        <p:txBody>
          <a:bodyPr wrap="square">
            <a:spAutoFit/>
          </a:bodyPr>
          <a:lstStyle/>
          <a:p>
            <a:pPr>
              <a:defRPr sz="1250">
                <a:solidFill>
                  <a:srgbClr val="1E293B"/>
                </a:solidFill>
              </a:defRPr>
            </a:pPr>
            <a:r>
              <a:t>Staged development: analysis → visualization → dashboard → testing → integration.</a:t>
            </a:r>
          </a:p>
        </p:txBody>
      </p:sp>
      <p:sp>
        <p:nvSpPr>
          <p:cNvPr id="20" name="TextBox 19"/>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48640"/>
          </a:xfrm>
          <a:prstGeom prst="rect">
            <a:avLst/>
          </a:prstGeom>
          <a:noFill/>
        </p:spPr>
        <p:txBody>
          <a:bodyPr wrap="none">
            <a:spAutoFit/>
          </a:bodyPr>
          <a:lstStyle/>
          <a:p>
            <a:pPr>
              <a:defRPr sz="2700" b="1">
                <a:solidFill>
                  <a:srgbClr val="121F35"/>
                </a:solidFill>
              </a:defRPr>
            </a:pPr>
            <a:r>
              <a:t>Project Plan</a:t>
            </a:r>
          </a:p>
        </p:txBody>
      </p:sp>
      <p:sp>
        <p:nvSpPr>
          <p:cNvPr id="4" name="Rounded Rectangle 3"/>
          <p:cNvSpPr/>
          <p:nvPr/>
        </p:nvSpPr>
        <p:spPr>
          <a:xfrm>
            <a:off x="640080" y="1463040"/>
            <a:ext cx="3429000" cy="40233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463040"/>
            <a:ext cx="3429000" cy="73152"/>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1627632"/>
            <a:ext cx="3063240" cy="411480"/>
          </a:xfrm>
          <a:prstGeom prst="rect">
            <a:avLst/>
          </a:prstGeom>
          <a:noFill/>
        </p:spPr>
        <p:txBody>
          <a:bodyPr wrap="none">
            <a:spAutoFit/>
          </a:bodyPr>
          <a:lstStyle/>
          <a:p>
            <a:pPr>
              <a:defRPr sz="1600" b="1">
                <a:solidFill>
                  <a:srgbClr val="121F35"/>
                </a:solidFill>
              </a:defRPr>
            </a:pPr>
            <a:r>
              <a:t>Phase 1</a:t>
            </a:r>
          </a:p>
        </p:txBody>
      </p:sp>
      <p:sp>
        <p:nvSpPr>
          <p:cNvPr id="7" name="TextBox 6"/>
          <p:cNvSpPr txBox="1"/>
          <p:nvPr/>
        </p:nvSpPr>
        <p:spPr>
          <a:xfrm>
            <a:off x="822959" y="2103120"/>
            <a:ext cx="3063240" cy="3246120"/>
          </a:xfrm>
          <a:prstGeom prst="rect">
            <a:avLst/>
          </a:prstGeom>
          <a:noFill/>
        </p:spPr>
        <p:txBody>
          <a:bodyPr wrap="square">
            <a:spAutoFit/>
          </a:bodyPr>
          <a:lstStyle/>
          <a:p>
            <a:pPr>
              <a:defRPr sz="1250">
                <a:solidFill>
                  <a:srgbClr val="1E293B"/>
                </a:solidFill>
              </a:defRPr>
            </a:pPr>
            <a:r>
              <a:t>Data Analysis Foundation</a:t>
            </a:r>
            <a:br/>
            <a:br/>
            <a:r>
              <a:t>Literature survey • requirements • dataset selection • validation • cleaning • EDA • statistical analysis</a:t>
            </a:r>
          </a:p>
        </p:txBody>
      </p:sp>
      <p:sp>
        <p:nvSpPr>
          <p:cNvPr id="8" name="Rounded Rectangle 7"/>
          <p:cNvSpPr/>
          <p:nvPr/>
        </p:nvSpPr>
        <p:spPr>
          <a:xfrm>
            <a:off x="4434840" y="1463040"/>
            <a:ext cx="3429000" cy="40233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434840" y="1463040"/>
            <a:ext cx="342900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17720" y="1627632"/>
            <a:ext cx="3063240" cy="411480"/>
          </a:xfrm>
          <a:prstGeom prst="rect">
            <a:avLst/>
          </a:prstGeom>
          <a:noFill/>
        </p:spPr>
        <p:txBody>
          <a:bodyPr wrap="none">
            <a:spAutoFit/>
          </a:bodyPr>
          <a:lstStyle/>
          <a:p>
            <a:pPr>
              <a:defRPr sz="1600" b="1">
                <a:solidFill>
                  <a:srgbClr val="121F35"/>
                </a:solidFill>
              </a:defRPr>
            </a:pPr>
            <a:r>
              <a:t>Phase 2</a:t>
            </a:r>
          </a:p>
        </p:txBody>
      </p:sp>
      <p:sp>
        <p:nvSpPr>
          <p:cNvPr id="11" name="TextBox 10"/>
          <p:cNvSpPr txBox="1"/>
          <p:nvPr/>
        </p:nvSpPr>
        <p:spPr>
          <a:xfrm>
            <a:off x="4617720" y="2103120"/>
            <a:ext cx="3063240" cy="3246120"/>
          </a:xfrm>
          <a:prstGeom prst="rect">
            <a:avLst/>
          </a:prstGeom>
          <a:noFill/>
        </p:spPr>
        <p:txBody>
          <a:bodyPr wrap="square">
            <a:spAutoFit/>
          </a:bodyPr>
          <a:lstStyle/>
          <a:p>
            <a:pPr>
              <a:defRPr sz="1250">
                <a:solidFill>
                  <a:srgbClr val="1E293B"/>
                </a:solidFill>
              </a:defRPr>
            </a:pPr>
            <a:r>
              <a:t>Visualization &amp; Storytelling</a:t>
            </a:r>
            <a:br/>
            <a:br/>
            <a:r>
              <a:t>Trends • feature engineering • visualization • interactive charts • storytelling • business insights</a:t>
            </a:r>
          </a:p>
        </p:txBody>
      </p:sp>
      <p:sp>
        <p:nvSpPr>
          <p:cNvPr id="12" name="Rounded Rectangle 11"/>
          <p:cNvSpPr/>
          <p:nvPr/>
        </p:nvSpPr>
        <p:spPr>
          <a:xfrm>
            <a:off x="8229600" y="1463040"/>
            <a:ext cx="3429000" cy="4023360"/>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229600" y="1463040"/>
            <a:ext cx="34290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0" y="1627632"/>
            <a:ext cx="3063240" cy="411480"/>
          </a:xfrm>
          <a:prstGeom prst="rect">
            <a:avLst/>
          </a:prstGeom>
          <a:noFill/>
        </p:spPr>
        <p:txBody>
          <a:bodyPr wrap="none">
            <a:spAutoFit/>
          </a:bodyPr>
          <a:lstStyle/>
          <a:p>
            <a:pPr>
              <a:defRPr sz="1600" b="1">
                <a:solidFill>
                  <a:srgbClr val="121F35"/>
                </a:solidFill>
              </a:defRPr>
            </a:pPr>
            <a:r>
              <a:t>Phase 3</a:t>
            </a:r>
          </a:p>
        </p:txBody>
      </p:sp>
      <p:sp>
        <p:nvSpPr>
          <p:cNvPr id="15" name="TextBox 14"/>
          <p:cNvSpPr txBox="1"/>
          <p:nvPr/>
        </p:nvSpPr>
        <p:spPr>
          <a:xfrm>
            <a:off x="8412480" y="2103120"/>
            <a:ext cx="3063240" cy="3246120"/>
          </a:xfrm>
          <a:prstGeom prst="rect">
            <a:avLst/>
          </a:prstGeom>
          <a:noFill/>
        </p:spPr>
        <p:txBody>
          <a:bodyPr wrap="square">
            <a:spAutoFit/>
          </a:bodyPr>
          <a:lstStyle/>
          <a:p>
            <a:pPr>
              <a:defRPr sz="1250">
                <a:solidFill>
                  <a:srgbClr val="1E293B"/>
                </a:solidFill>
              </a:defRPr>
            </a:pPr>
            <a:r>
              <a:t>Platform Integration &amp; Validation</a:t>
            </a:r>
            <a:br/>
            <a:br/>
            <a:r>
              <a:t>Frontend • Flask backend • Power BI integration • filtering • testing • documentation</a:t>
            </a:r>
          </a:p>
        </p:txBody>
      </p:sp>
      <p:sp>
        <p:nvSpPr>
          <p:cNvPr id="16" name="TextBox 15"/>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6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84048"/>
            <a:ext cx="10972800" cy="548640"/>
          </a:xfrm>
          <a:prstGeom prst="rect">
            <a:avLst/>
          </a:prstGeom>
          <a:noFill/>
        </p:spPr>
        <p:txBody>
          <a:bodyPr wrap="none">
            <a:spAutoFit/>
          </a:bodyPr>
          <a:lstStyle/>
          <a:p>
            <a:pPr>
              <a:defRPr sz="2700" b="1">
                <a:solidFill>
                  <a:srgbClr val="121F35"/>
                </a:solidFill>
              </a:defRPr>
            </a:pPr>
            <a:r>
              <a:t>Expected Outcomes</a:t>
            </a:r>
          </a:p>
        </p:txBody>
      </p:sp>
      <p:sp>
        <p:nvSpPr>
          <p:cNvPr id="4" name="TextBox 3"/>
          <p:cNvSpPr txBox="1"/>
          <p:nvPr/>
        </p:nvSpPr>
        <p:spPr>
          <a:xfrm>
            <a:off x="731520" y="1325880"/>
            <a:ext cx="10789920" cy="4754880"/>
          </a:xfrm>
          <a:prstGeom prst="rect">
            <a:avLst/>
          </a:prstGeom>
          <a:noFill/>
        </p:spPr>
        <p:txBody>
          <a:bodyPr wrap="square">
            <a:spAutoFit/>
          </a:bodyPr>
          <a:lstStyle/>
          <a:p>
            <a:pPr>
              <a:spcAft>
                <a:spcPts val="1200"/>
              </a:spcAft>
              <a:defRPr sz="1700">
                <a:solidFill>
                  <a:srgbClr val="1E293B"/>
                </a:solidFill>
              </a:defRPr>
            </a:pPr>
            <a:r>
              <a:t>• Interactive data analytics and storytelling platform</a:t>
            </a:r>
          </a:p>
          <a:p>
            <a:pPr>
              <a:spcAft>
                <a:spcPts val="1200"/>
              </a:spcAft>
              <a:defRPr sz="1700">
                <a:solidFill>
                  <a:srgbClr val="1E293B"/>
                </a:solidFill>
              </a:defRPr>
            </a:pPr>
            <a:r>
              <a:t>• Cleaned and analyzed datasets with meaningful findings</a:t>
            </a:r>
          </a:p>
          <a:p>
            <a:pPr>
              <a:spcAft>
                <a:spcPts val="1200"/>
              </a:spcAft>
              <a:defRPr sz="1700">
                <a:solidFill>
                  <a:srgbClr val="1E293B"/>
                </a:solidFill>
              </a:defRPr>
            </a:pPr>
            <a:r>
              <a:t>• Interactive visualizations and dashboards</a:t>
            </a:r>
          </a:p>
          <a:p>
            <a:pPr>
              <a:spcAft>
                <a:spcPts val="1200"/>
              </a:spcAft>
              <a:defRPr sz="1700">
                <a:solidFill>
                  <a:srgbClr val="1E293B"/>
                </a:solidFill>
              </a:defRPr>
            </a:pPr>
            <a:r>
              <a:t>• Structured data stories explaining patterns and trends</a:t>
            </a:r>
          </a:p>
          <a:p>
            <a:pPr>
              <a:spcAft>
                <a:spcPts val="1200"/>
              </a:spcAft>
              <a:defRPr sz="1700">
                <a:solidFill>
                  <a:srgbClr val="1E293B"/>
                </a:solidFill>
              </a:defRPr>
            </a:pPr>
            <a:r>
              <a:t>• Actionable business insights and recommendations</a:t>
            </a:r>
          </a:p>
          <a:p>
            <a:pPr>
              <a:spcAft>
                <a:spcPts val="1200"/>
              </a:spcAft>
              <a:defRPr sz="1700">
                <a:solidFill>
                  <a:srgbClr val="1E293B"/>
                </a:solidFill>
              </a:defRPr>
            </a:pPr>
            <a:r>
              <a:t>• Decision-support interface for exploring analytical results</a:t>
            </a:r>
          </a:p>
          <a:p>
            <a:pPr>
              <a:spcAft>
                <a:spcPts val="1200"/>
              </a:spcAft>
              <a:defRPr sz="1700">
                <a:solidFill>
                  <a:srgbClr val="1E293B"/>
                </a:solidFill>
              </a:defRPr>
            </a:pPr>
            <a:r>
              <a:t>• Complete technical documentation and project repository</a:t>
            </a:r>
          </a:p>
        </p:txBody>
      </p:sp>
      <p:sp>
        <p:nvSpPr>
          <p:cNvPr id="5" name="TextBox 4"/>
          <p:cNvSpPr txBox="1"/>
          <p:nvPr/>
        </p:nvSpPr>
        <p:spPr>
          <a:xfrm>
            <a:off x="10881360" y="6446520"/>
            <a:ext cx="731520" cy="228600"/>
          </a:xfrm>
          <a:prstGeom prst="rect">
            <a:avLst/>
          </a:prstGeom>
          <a:noFill/>
        </p:spPr>
        <p:txBody>
          <a:bodyPr wrap="none">
            <a:spAutoFit/>
          </a:bodyPr>
          <a:lstStyle/>
          <a:p>
            <a:pPr algn="r">
              <a:defRPr sz="900">
                <a:solidFill>
                  <a:srgbClr val="64748B"/>
                </a:solidFil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C12808-1A97-E4B7-41DF-93BB18C4A072}"/>
              </a:ext>
            </a:extLst>
          </p:cNvPr>
          <p:cNvSpPr txBox="1"/>
          <p:nvPr/>
        </p:nvSpPr>
        <p:spPr>
          <a:xfrm>
            <a:off x="3048733" y="3059668"/>
            <a:ext cx="6097464" cy="738664"/>
          </a:xfrm>
          <a:prstGeom prst="rect">
            <a:avLst/>
          </a:prstGeom>
          <a:noFill/>
        </p:spPr>
        <p:txBody>
          <a:bodyPr wrap="square">
            <a:spAutoFit/>
          </a:bodyPr>
          <a:lstStyle/>
          <a:p>
            <a:pPr algn="ctr">
              <a:defRPr sz="4200" b="1">
                <a:solidFill>
                  <a:srgbClr val="FFFFFF"/>
                </a:solidFill>
              </a:defRPr>
            </a:pPr>
            <a:r>
              <a:rPr lang="en-IN" sz="4200" dirty="0">
                <a:solidFill>
                  <a:schemeClr val="bg2">
                    <a:lumMod val="10000"/>
                  </a:schemeClr>
                </a:solidFill>
              </a:rPr>
              <a:t>THANK YOU</a:t>
            </a:r>
          </a:p>
        </p:txBody>
      </p:sp>
    </p:spTree>
    <p:extLst>
      <p:ext uri="{BB962C8B-B14F-4D97-AF65-F5344CB8AC3E}">
        <p14:creationId xmlns:p14="http://schemas.microsoft.com/office/powerpoint/2010/main" val="1258089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424</TotalTime>
  <Words>1184</Words>
  <Application>Microsoft Office PowerPoint</Application>
  <PresentationFormat>Widescreen</PresentationFormat>
  <Paragraphs>149</Paragraphs>
  <Slides>12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CHARAN RATHANALA</cp:lastModifiedBy>
  <cp:revision>1</cp:revision>
  <dcterms:created xsi:type="dcterms:W3CDTF">2013-01-27T09:14:16Z</dcterms:created>
  <dcterms:modified xsi:type="dcterms:W3CDTF">2026-08-14T08:35:22Z</dcterms:modified>
  <cp:category/>
</cp:coreProperties>
</file>